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4"/>
  </p:sldMasterIdLst>
  <p:notesMasterIdLst>
    <p:notesMasterId r:id="rId15"/>
  </p:notesMasterIdLst>
  <p:handoutMasterIdLst>
    <p:handoutMasterId r:id="rId16"/>
  </p:handoutMasterIdLst>
  <p:sldIdLst>
    <p:sldId id="1539" r:id="rId5"/>
    <p:sldId id="1541" r:id="rId6"/>
    <p:sldId id="1548" r:id="rId7"/>
    <p:sldId id="1542" r:id="rId8"/>
    <p:sldId id="1545" r:id="rId9"/>
    <p:sldId id="1540" r:id="rId10"/>
    <p:sldId id="1544" r:id="rId11"/>
    <p:sldId id="1543" r:id="rId12"/>
    <p:sldId id="1546" r:id="rId13"/>
    <p:sldId id="154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3385" userDrawn="1">
          <p15:clr>
            <a:srgbClr val="A4A3A4"/>
          </p15:clr>
        </p15:guide>
        <p15:guide id="6" pos="50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na Zatońska" initials="AZ" lastIdx="9" clrIdx="0">
    <p:extLst>
      <p:ext uri="{19B8F6BF-5375-455C-9EA6-DF929625EA0E}">
        <p15:presenceInfo xmlns:p15="http://schemas.microsoft.com/office/powerpoint/2012/main" userId="S::Anna.Zatonska@atende.pl::f70858d3-887c-445d-9f00-446cb198571c" providerId="AD"/>
      </p:ext>
    </p:extLst>
  </p:cmAuthor>
  <p:cmAuthor id="2" name="Rafał Rasiński" initials="RR" lastIdx="2" clrIdx="1">
    <p:extLst>
      <p:ext uri="{19B8F6BF-5375-455C-9EA6-DF929625EA0E}">
        <p15:presenceInfo xmlns:p15="http://schemas.microsoft.com/office/powerpoint/2012/main" userId="08df4d00b5906b64" providerId="Windows Live"/>
      </p:ext>
    </p:extLst>
  </p:cmAuthor>
  <p:cmAuthor id="3" name="Marcin Petrykowski" initials="MP" lastIdx="14" clrIdx="2">
    <p:extLst>
      <p:ext uri="{19B8F6BF-5375-455C-9EA6-DF929625EA0E}">
        <p15:presenceInfo xmlns:p15="http://schemas.microsoft.com/office/powerpoint/2012/main" userId="S::Marcin.Petrykowski@atende.pl::2cd28651-c150-4bf9-b25d-2ad4ff68cd6f" providerId="AD"/>
      </p:ext>
    </p:extLst>
  </p:cmAuthor>
  <p:cmAuthor id="4" name="Patrycja M" initials="PM" lastIdx="5" clrIdx="3">
    <p:extLst>
      <p:ext uri="{19B8F6BF-5375-455C-9EA6-DF929625EA0E}">
        <p15:presenceInfo xmlns:p15="http://schemas.microsoft.com/office/powerpoint/2012/main" userId="1a606bba30a33a4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339933"/>
    <a:srgbClr val="E6E6E6"/>
    <a:srgbClr val="C0004E"/>
    <a:srgbClr val="FF9966"/>
    <a:srgbClr val="0099FF"/>
    <a:srgbClr val="00CC99"/>
    <a:srgbClr val="FFCC99"/>
    <a:srgbClr val="DDE1E9"/>
    <a:srgbClr val="C3C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9E598C-E64F-A0A3-EEE3-32D7FE311866}" v="3" dt="2026-05-19T07:26:49.0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98" y="58"/>
      </p:cViewPr>
      <p:guideLst>
        <p:guide orient="horz" pos="3385"/>
        <p:guide pos="5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0864B6FA-2511-4CB1-A6F6-C56EEA99F2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5D66C672-9110-4613-BA9C-260A0CEC67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B9AD7F-8E14-43DE-8277-BBD7F842D405}" type="datetimeFigureOut">
              <a:rPr lang="pl-PL" smtClean="0"/>
              <a:t>30.07.2026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3CF1BD70-6EE8-42C0-AB44-D6D483069A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D9AC222-DDCF-4E1E-B47B-524F2914451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383305-3E51-430C-9DDA-D8CCBD428C1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CF4D7F75-9228-49C2-8322-B158A218AC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F2396ACA-8A64-4E08-B597-BFE64F33C69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27C35-0265-4842-9CCE-C42A6EEC4B09}" type="datetimeFigureOut">
              <a:rPr lang="pl-PL" smtClean="0"/>
              <a:t>30.07.2026</a:t>
            </a:fld>
            <a:endParaRPr lang="pl-PL"/>
          </a:p>
        </p:txBody>
      </p:sp>
      <p:sp>
        <p:nvSpPr>
          <p:cNvPr id="4" name="Symbol zastępczy obrazu slajdu 3">
            <a:extLst>
              <a:ext uri="{FF2B5EF4-FFF2-40B4-BE49-F238E27FC236}">
                <a16:creationId xmlns:a16="http://schemas.microsoft.com/office/drawing/2014/main" id="{ADD40B28-D1F6-4326-8299-D7CA06DB48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>
            <a:extLst>
              <a:ext uri="{FF2B5EF4-FFF2-40B4-BE49-F238E27FC236}">
                <a16:creationId xmlns:a16="http://schemas.microsoft.com/office/drawing/2014/main" id="{23A05756-35AD-4408-9FA2-1F05132B56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D275517-ED98-481A-BB01-9228A0A2B2C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63A7849-C50C-4868-9D6F-ECEE7AF7D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A6318-F99D-43B8-9A01-B60394C2BE3A}" type="slidenum">
              <a:rPr lang="pl-PL" smtClean="0"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>
            <a:extLst>
              <a:ext uri="{FF2B5EF4-FFF2-40B4-BE49-F238E27FC236}">
                <a16:creationId xmlns:a16="http://schemas.microsoft.com/office/drawing/2014/main" id="{5C17D229-0D54-4603-9CA6-A489751B18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15">
            <a:extLst>
              <a:ext uri="{FF2B5EF4-FFF2-40B4-BE49-F238E27FC236}">
                <a16:creationId xmlns:a16="http://schemas.microsoft.com/office/drawing/2014/main" id="{51943D7B-F1CE-492F-A003-EBC5AB9C5694}"/>
              </a:ext>
            </a:extLst>
          </p:cNvPr>
          <p:cNvSpPr/>
          <p:nvPr userDrawn="1"/>
        </p:nvSpPr>
        <p:spPr>
          <a:xfrm>
            <a:off x="0" y="0"/>
            <a:ext cx="1984443" cy="6858000"/>
          </a:xfrm>
          <a:prstGeom prst="rect">
            <a:avLst/>
          </a:prstGeom>
          <a:gradFill flip="none" rotWithShape="1">
            <a:gsLst>
              <a:gs pos="0">
                <a:srgbClr val="150A41">
                  <a:lumMod val="68361"/>
                </a:srgbClr>
              </a:gs>
              <a:gs pos="51000">
                <a:srgbClr val="38174D">
                  <a:lumMod val="97924"/>
                  <a:lumOff val="2076"/>
                </a:srgbClr>
              </a:gs>
              <a:gs pos="100000">
                <a:srgbClr val="E00069">
                  <a:lumMod val="8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pic>
        <p:nvPicPr>
          <p:cNvPr id="11" name="Picture 22">
            <a:extLst>
              <a:ext uri="{FF2B5EF4-FFF2-40B4-BE49-F238E27FC236}">
                <a16:creationId xmlns:a16="http://schemas.microsoft.com/office/drawing/2014/main" id="{8F048446-D203-46F8-AE92-B345D10DA1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412" y="6102484"/>
            <a:ext cx="1191618" cy="328173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1115C989-4A91-0940-853D-538B17CC3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6600" y="1587262"/>
            <a:ext cx="7072562" cy="2694231"/>
          </a:xfrm>
        </p:spPr>
        <p:txBody>
          <a:bodyPr anchor="b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861020A6-3AFE-5A42-BC60-5FE13E0A2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099" y="4498660"/>
            <a:ext cx="7061527" cy="129387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Data 36">
            <a:extLst>
              <a:ext uri="{FF2B5EF4-FFF2-40B4-BE49-F238E27FC236}">
                <a16:creationId xmlns:a16="http://schemas.microsoft.com/office/drawing/2014/main" id="{EABDE657-543C-4DDF-9FC9-B649A1E41E3D}"/>
              </a:ext>
            </a:extLst>
          </p:cNvPr>
          <p:cNvSpPr/>
          <p:nvPr userDrawn="1"/>
        </p:nvSpPr>
        <p:spPr>
          <a:xfrm>
            <a:off x="9565491" y="-22682"/>
            <a:ext cx="7730287" cy="6880682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7565"/>
              <a:gd name="connsiteY0" fmla="*/ 14216 h 14216"/>
              <a:gd name="connsiteX1" fmla="*/ 2000 w 17565"/>
              <a:gd name="connsiteY1" fmla="*/ 4216 h 14216"/>
              <a:gd name="connsiteX2" fmla="*/ 17565 w 17565"/>
              <a:gd name="connsiteY2" fmla="*/ 0 h 14216"/>
              <a:gd name="connsiteX3" fmla="*/ 8000 w 17565"/>
              <a:gd name="connsiteY3" fmla="*/ 14216 h 14216"/>
              <a:gd name="connsiteX4" fmla="*/ 0 w 17565"/>
              <a:gd name="connsiteY4" fmla="*/ 14216 h 14216"/>
              <a:gd name="connsiteX0" fmla="*/ 0 w 17565"/>
              <a:gd name="connsiteY0" fmla="*/ 17892 h 17892"/>
              <a:gd name="connsiteX1" fmla="*/ 10808 w 17565"/>
              <a:gd name="connsiteY1" fmla="*/ 0 h 17892"/>
              <a:gd name="connsiteX2" fmla="*/ 17565 w 17565"/>
              <a:gd name="connsiteY2" fmla="*/ 3676 h 17892"/>
              <a:gd name="connsiteX3" fmla="*/ 8000 w 17565"/>
              <a:gd name="connsiteY3" fmla="*/ 17892 h 17892"/>
              <a:gd name="connsiteX4" fmla="*/ 0 w 17565"/>
              <a:gd name="connsiteY4" fmla="*/ 17892 h 17892"/>
              <a:gd name="connsiteX0" fmla="*/ 0 w 20104"/>
              <a:gd name="connsiteY0" fmla="*/ 17995 h 17995"/>
              <a:gd name="connsiteX1" fmla="*/ 10808 w 20104"/>
              <a:gd name="connsiteY1" fmla="*/ 103 h 17995"/>
              <a:gd name="connsiteX2" fmla="*/ 20104 w 20104"/>
              <a:gd name="connsiteY2" fmla="*/ 0 h 17995"/>
              <a:gd name="connsiteX3" fmla="*/ 8000 w 20104"/>
              <a:gd name="connsiteY3" fmla="*/ 17995 h 17995"/>
              <a:gd name="connsiteX4" fmla="*/ 0 w 20104"/>
              <a:gd name="connsiteY4" fmla="*/ 17995 h 17995"/>
              <a:gd name="connsiteX0" fmla="*/ 0 w 20104"/>
              <a:gd name="connsiteY0" fmla="*/ 17995 h 17995"/>
              <a:gd name="connsiteX1" fmla="*/ 10912 w 20104"/>
              <a:gd name="connsiteY1" fmla="*/ 0 h 17995"/>
              <a:gd name="connsiteX2" fmla="*/ 20104 w 20104"/>
              <a:gd name="connsiteY2" fmla="*/ 0 h 17995"/>
              <a:gd name="connsiteX3" fmla="*/ 8000 w 20104"/>
              <a:gd name="connsiteY3" fmla="*/ 17995 h 17995"/>
              <a:gd name="connsiteX4" fmla="*/ 0 w 20104"/>
              <a:gd name="connsiteY4" fmla="*/ 17995 h 17995"/>
              <a:gd name="connsiteX0" fmla="*/ 0 w 35026"/>
              <a:gd name="connsiteY0" fmla="*/ 27250 h 27250"/>
              <a:gd name="connsiteX1" fmla="*/ 25834 w 35026"/>
              <a:gd name="connsiteY1" fmla="*/ 0 h 27250"/>
              <a:gd name="connsiteX2" fmla="*/ 35026 w 35026"/>
              <a:gd name="connsiteY2" fmla="*/ 0 h 27250"/>
              <a:gd name="connsiteX3" fmla="*/ 22922 w 35026"/>
              <a:gd name="connsiteY3" fmla="*/ 17995 h 27250"/>
              <a:gd name="connsiteX4" fmla="*/ 0 w 35026"/>
              <a:gd name="connsiteY4" fmla="*/ 27250 h 27250"/>
              <a:gd name="connsiteX0" fmla="*/ 0 w 35026"/>
              <a:gd name="connsiteY0" fmla="*/ 27250 h 27275"/>
              <a:gd name="connsiteX1" fmla="*/ 25834 w 35026"/>
              <a:gd name="connsiteY1" fmla="*/ 0 h 27275"/>
              <a:gd name="connsiteX2" fmla="*/ 35026 w 35026"/>
              <a:gd name="connsiteY2" fmla="*/ 0 h 27275"/>
              <a:gd name="connsiteX3" fmla="*/ 10176 w 35026"/>
              <a:gd name="connsiteY3" fmla="*/ 27275 h 27275"/>
              <a:gd name="connsiteX4" fmla="*/ 0 w 35026"/>
              <a:gd name="connsiteY4" fmla="*/ 27250 h 27275"/>
              <a:gd name="connsiteX0" fmla="*/ 0 w 36114"/>
              <a:gd name="connsiteY0" fmla="*/ 27250 h 27275"/>
              <a:gd name="connsiteX1" fmla="*/ 25834 w 36114"/>
              <a:gd name="connsiteY1" fmla="*/ 0 h 27275"/>
              <a:gd name="connsiteX2" fmla="*/ 36114 w 36114"/>
              <a:gd name="connsiteY2" fmla="*/ 26 h 27275"/>
              <a:gd name="connsiteX3" fmla="*/ 10176 w 36114"/>
              <a:gd name="connsiteY3" fmla="*/ 27275 h 27275"/>
              <a:gd name="connsiteX4" fmla="*/ 0 w 36114"/>
              <a:gd name="connsiteY4" fmla="*/ 27250 h 27275"/>
              <a:gd name="connsiteX0" fmla="*/ 0 w 36114"/>
              <a:gd name="connsiteY0" fmla="*/ 27250 h 27275"/>
              <a:gd name="connsiteX1" fmla="*/ 25834 w 36114"/>
              <a:gd name="connsiteY1" fmla="*/ 0 h 27275"/>
              <a:gd name="connsiteX2" fmla="*/ 36114 w 36114"/>
              <a:gd name="connsiteY2" fmla="*/ 26 h 27275"/>
              <a:gd name="connsiteX3" fmla="*/ 33627 w 36114"/>
              <a:gd name="connsiteY3" fmla="*/ 2622 h 27275"/>
              <a:gd name="connsiteX4" fmla="*/ 10176 w 36114"/>
              <a:gd name="connsiteY4" fmla="*/ 27275 h 27275"/>
              <a:gd name="connsiteX5" fmla="*/ 0 w 36114"/>
              <a:gd name="connsiteY5" fmla="*/ 27250 h 27275"/>
              <a:gd name="connsiteX0" fmla="*/ 0 w 36114"/>
              <a:gd name="connsiteY0" fmla="*/ 27250 h 27275"/>
              <a:gd name="connsiteX1" fmla="*/ 25834 w 36114"/>
              <a:gd name="connsiteY1" fmla="*/ 0 h 27275"/>
              <a:gd name="connsiteX2" fmla="*/ 36114 w 36114"/>
              <a:gd name="connsiteY2" fmla="*/ 26 h 27275"/>
              <a:gd name="connsiteX3" fmla="*/ 32539 w 36114"/>
              <a:gd name="connsiteY3" fmla="*/ 3779 h 27275"/>
              <a:gd name="connsiteX4" fmla="*/ 10176 w 36114"/>
              <a:gd name="connsiteY4" fmla="*/ 27275 h 27275"/>
              <a:gd name="connsiteX5" fmla="*/ 0 w 36114"/>
              <a:gd name="connsiteY5" fmla="*/ 27250 h 27275"/>
              <a:gd name="connsiteX0" fmla="*/ 0 w 36114"/>
              <a:gd name="connsiteY0" fmla="*/ 27250 h 27275"/>
              <a:gd name="connsiteX1" fmla="*/ 25834 w 36114"/>
              <a:gd name="connsiteY1" fmla="*/ 0 h 27275"/>
              <a:gd name="connsiteX2" fmla="*/ 36114 w 36114"/>
              <a:gd name="connsiteY2" fmla="*/ 26 h 27275"/>
              <a:gd name="connsiteX3" fmla="*/ 35026 w 36114"/>
              <a:gd name="connsiteY3" fmla="*/ 1157 h 27275"/>
              <a:gd name="connsiteX4" fmla="*/ 32539 w 36114"/>
              <a:gd name="connsiteY4" fmla="*/ 3779 h 27275"/>
              <a:gd name="connsiteX5" fmla="*/ 10176 w 36114"/>
              <a:gd name="connsiteY5" fmla="*/ 27275 h 27275"/>
              <a:gd name="connsiteX6" fmla="*/ 0 w 36114"/>
              <a:gd name="connsiteY6" fmla="*/ 27250 h 27275"/>
              <a:gd name="connsiteX0" fmla="*/ 0 w 44819"/>
              <a:gd name="connsiteY0" fmla="*/ 27250 h 27275"/>
              <a:gd name="connsiteX1" fmla="*/ 25834 w 44819"/>
              <a:gd name="connsiteY1" fmla="*/ 0 h 27275"/>
              <a:gd name="connsiteX2" fmla="*/ 36114 w 44819"/>
              <a:gd name="connsiteY2" fmla="*/ 26 h 27275"/>
              <a:gd name="connsiteX3" fmla="*/ 44819 w 44819"/>
              <a:gd name="connsiteY3" fmla="*/ 5630 h 27275"/>
              <a:gd name="connsiteX4" fmla="*/ 32539 w 44819"/>
              <a:gd name="connsiteY4" fmla="*/ 3779 h 27275"/>
              <a:gd name="connsiteX5" fmla="*/ 10176 w 44819"/>
              <a:gd name="connsiteY5" fmla="*/ 27275 h 27275"/>
              <a:gd name="connsiteX6" fmla="*/ 0 w 44819"/>
              <a:gd name="connsiteY6" fmla="*/ 27250 h 27275"/>
              <a:gd name="connsiteX0" fmla="*/ 0 w 44819"/>
              <a:gd name="connsiteY0" fmla="*/ 27250 h 27275"/>
              <a:gd name="connsiteX1" fmla="*/ 25834 w 44819"/>
              <a:gd name="connsiteY1" fmla="*/ 0 h 27275"/>
              <a:gd name="connsiteX2" fmla="*/ 36114 w 44819"/>
              <a:gd name="connsiteY2" fmla="*/ 26 h 27275"/>
              <a:gd name="connsiteX3" fmla="*/ 44819 w 44819"/>
              <a:gd name="connsiteY3" fmla="*/ 5630 h 27275"/>
              <a:gd name="connsiteX4" fmla="*/ 35544 w 44819"/>
              <a:gd name="connsiteY4" fmla="*/ 4216 h 27275"/>
              <a:gd name="connsiteX5" fmla="*/ 32539 w 44819"/>
              <a:gd name="connsiteY5" fmla="*/ 3779 h 27275"/>
              <a:gd name="connsiteX6" fmla="*/ 10176 w 44819"/>
              <a:gd name="connsiteY6" fmla="*/ 27275 h 27275"/>
              <a:gd name="connsiteX7" fmla="*/ 0 w 44819"/>
              <a:gd name="connsiteY7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32539 w 49430"/>
              <a:gd name="connsiteY5" fmla="*/ 3779 h 27275"/>
              <a:gd name="connsiteX6" fmla="*/ 10176 w 49430"/>
              <a:gd name="connsiteY6" fmla="*/ 27275 h 27275"/>
              <a:gd name="connsiteX7" fmla="*/ 0 w 49430"/>
              <a:gd name="connsiteY7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32435 w 49430"/>
              <a:gd name="connsiteY5" fmla="*/ 4910 h 27275"/>
              <a:gd name="connsiteX6" fmla="*/ 10176 w 49430"/>
              <a:gd name="connsiteY6" fmla="*/ 27275 h 27275"/>
              <a:gd name="connsiteX7" fmla="*/ 0 w 49430"/>
              <a:gd name="connsiteY7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32331 w 49430"/>
              <a:gd name="connsiteY5" fmla="*/ 1902 h 27275"/>
              <a:gd name="connsiteX6" fmla="*/ 10176 w 49430"/>
              <a:gd name="connsiteY6" fmla="*/ 27275 h 27275"/>
              <a:gd name="connsiteX7" fmla="*/ 0 w 49430"/>
              <a:gd name="connsiteY7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32486 w 49430"/>
              <a:gd name="connsiteY5" fmla="*/ 3804 h 27275"/>
              <a:gd name="connsiteX6" fmla="*/ 10176 w 49430"/>
              <a:gd name="connsiteY6" fmla="*/ 27275 h 27275"/>
              <a:gd name="connsiteX7" fmla="*/ 0 w 49430"/>
              <a:gd name="connsiteY7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35129 w 49430"/>
              <a:gd name="connsiteY5" fmla="*/ 6607 h 27275"/>
              <a:gd name="connsiteX6" fmla="*/ 32486 w 49430"/>
              <a:gd name="connsiteY6" fmla="*/ 3804 h 27275"/>
              <a:gd name="connsiteX7" fmla="*/ 10176 w 49430"/>
              <a:gd name="connsiteY7" fmla="*/ 27275 h 27275"/>
              <a:gd name="connsiteX8" fmla="*/ 0 w 49430"/>
              <a:gd name="connsiteY8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35129 w 49430"/>
              <a:gd name="connsiteY5" fmla="*/ 6607 h 27275"/>
              <a:gd name="connsiteX6" fmla="*/ 33471 w 49430"/>
              <a:gd name="connsiteY6" fmla="*/ 4910 h 27275"/>
              <a:gd name="connsiteX7" fmla="*/ 32486 w 49430"/>
              <a:gd name="connsiteY7" fmla="*/ 3804 h 27275"/>
              <a:gd name="connsiteX8" fmla="*/ 10176 w 49430"/>
              <a:gd name="connsiteY8" fmla="*/ 27275 h 27275"/>
              <a:gd name="connsiteX9" fmla="*/ 0 w 49430"/>
              <a:gd name="connsiteY9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41295 w 49430"/>
              <a:gd name="connsiteY5" fmla="*/ 8895 h 27275"/>
              <a:gd name="connsiteX6" fmla="*/ 33471 w 49430"/>
              <a:gd name="connsiteY6" fmla="*/ 4910 h 27275"/>
              <a:gd name="connsiteX7" fmla="*/ 32486 w 49430"/>
              <a:gd name="connsiteY7" fmla="*/ 3804 h 27275"/>
              <a:gd name="connsiteX8" fmla="*/ 10176 w 49430"/>
              <a:gd name="connsiteY8" fmla="*/ 27275 h 27275"/>
              <a:gd name="connsiteX9" fmla="*/ 0 w 49430"/>
              <a:gd name="connsiteY9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44767 w 49430"/>
              <a:gd name="connsiteY5" fmla="*/ 23779 h 27275"/>
              <a:gd name="connsiteX6" fmla="*/ 33471 w 49430"/>
              <a:gd name="connsiteY6" fmla="*/ 4910 h 27275"/>
              <a:gd name="connsiteX7" fmla="*/ 32486 w 49430"/>
              <a:gd name="connsiteY7" fmla="*/ 3804 h 27275"/>
              <a:gd name="connsiteX8" fmla="*/ 10176 w 49430"/>
              <a:gd name="connsiteY8" fmla="*/ 27275 h 27275"/>
              <a:gd name="connsiteX9" fmla="*/ 0 w 49430"/>
              <a:gd name="connsiteY9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44767 w 49430"/>
              <a:gd name="connsiteY5" fmla="*/ 23779 h 27275"/>
              <a:gd name="connsiteX6" fmla="*/ 47772 w 49430"/>
              <a:gd name="connsiteY6" fmla="*/ 19820 h 27275"/>
              <a:gd name="connsiteX7" fmla="*/ 32486 w 49430"/>
              <a:gd name="connsiteY7" fmla="*/ 3804 h 27275"/>
              <a:gd name="connsiteX8" fmla="*/ 10176 w 49430"/>
              <a:gd name="connsiteY8" fmla="*/ 27275 h 27275"/>
              <a:gd name="connsiteX9" fmla="*/ 0 w 49430"/>
              <a:gd name="connsiteY9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44767 w 49430"/>
              <a:gd name="connsiteY5" fmla="*/ 23779 h 27275"/>
              <a:gd name="connsiteX6" fmla="*/ 46943 w 49430"/>
              <a:gd name="connsiteY6" fmla="*/ 18740 h 27275"/>
              <a:gd name="connsiteX7" fmla="*/ 32486 w 49430"/>
              <a:gd name="connsiteY7" fmla="*/ 3804 h 27275"/>
              <a:gd name="connsiteX8" fmla="*/ 10176 w 49430"/>
              <a:gd name="connsiteY8" fmla="*/ 27275 h 27275"/>
              <a:gd name="connsiteX9" fmla="*/ 0 w 49430"/>
              <a:gd name="connsiteY9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44767 w 49430"/>
              <a:gd name="connsiteY5" fmla="*/ 23779 h 27275"/>
              <a:gd name="connsiteX6" fmla="*/ 46632 w 49430"/>
              <a:gd name="connsiteY6" fmla="*/ 18817 h 27275"/>
              <a:gd name="connsiteX7" fmla="*/ 32486 w 49430"/>
              <a:gd name="connsiteY7" fmla="*/ 3804 h 27275"/>
              <a:gd name="connsiteX8" fmla="*/ 10176 w 49430"/>
              <a:gd name="connsiteY8" fmla="*/ 27275 h 27275"/>
              <a:gd name="connsiteX9" fmla="*/ 0 w 49430"/>
              <a:gd name="connsiteY9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18498 w 49430"/>
              <a:gd name="connsiteY5" fmla="*/ 18663 h 27275"/>
              <a:gd name="connsiteX6" fmla="*/ 46632 w 49430"/>
              <a:gd name="connsiteY6" fmla="*/ 18817 h 27275"/>
              <a:gd name="connsiteX7" fmla="*/ 32486 w 49430"/>
              <a:gd name="connsiteY7" fmla="*/ 3804 h 27275"/>
              <a:gd name="connsiteX8" fmla="*/ 10176 w 49430"/>
              <a:gd name="connsiteY8" fmla="*/ 27275 h 27275"/>
              <a:gd name="connsiteX9" fmla="*/ 0 w 49430"/>
              <a:gd name="connsiteY9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48756 w 49430"/>
              <a:gd name="connsiteY5" fmla="*/ 21800 h 27275"/>
              <a:gd name="connsiteX6" fmla="*/ 18498 w 49430"/>
              <a:gd name="connsiteY6" fmla="*/ 18663 h 27275"/>
              <a:gd name="connsiteX7" fmla="*/ 46632 w 49430"/>
              <a:gd name="connsiteY7" fmla="*/ 18817 h 27275"/>
              <a:gd name="connsiteX8" fmla="*/ 32486 w 49430"/>
              <a:gd name="connsiteY8" fmla="*/ 3804 h 27275"/>
              <a:gd name="connsiteX9" fmla="*/ 10176 w 49430"/>
              <a:gd name="connsiteY9" fmla="*/ 27275 h 27275"/>
              <a:gd name="connsiteX10" fmla="*/ 0 w 49430"/>
              <a:gd name="connsiteY10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25181 w 49430"/>
              <a:gd name="connsiteY5" fmla="*/ 23882 h 27275"/>
              <a:gd name="connsiteX6" fmla="*/ 18498 w 49430"/>
              <a:gd name="connsiteY6" fmla="*/ 18663 h 27275"/>
              <a:gd name="connsiteX7" fmla="*/ 46632 w 49430"/>
              <a:gd name="connsiteY7" fmla="*/ 18817 h 27275"/>
              <a:gd name="connsiteX8" fmla="*/ 32486 w 49430"/>
              <a:gd name="connsiteY8" fmla="*/ 3804 h 27275"/>
              <a:gd name="connsiteX9" fmla="*/ 10176 w 49430"/>
              <a:gd name="connsiteY9" fmla="*/ 27275 h 27275"/>
              <a:gd name="connsiteX10" fmla="*/ 0 w 49430"/>
              <a:gd name="connsiteY10" fmla="*/ 27250 h 27275"/>
              <a:gd name="connsiteX0" fmla="*/ 0 w 61762"/>
              <a:gd name="connsiteY0" fmla="*/ 27250 h 27275"/>
              <a:gd name="connsiteX1" fmla="*/ 25834 w 61762"/>
              <a:gd name="connsiteY1" fmla="*/ 0 h 27275"/>
              <a:gd name="connsiteX2" fmla="*/ 36114 w 61762"/>
              <a:gd name="connsiteY2" fmla="*/ 26 h 27275"/>
              <a:gd name="connsiteX3" fmla="*/ 44819 w 61762"/>
              <a:gd name="connsiteY3" fmla="*/ 5630 h 27275"/>
              <a:gd name="connsiteX4" fmla="*/ 61762 w 61762"/>
              <a:gd name="connsiteY4" fmla="*/ 23856 h 27275"/>
              <a:gd name="connsiteX5" fmla="*/ 25181 w 61762"/>
              <a:gd name="connsiteY5" fmla="*/ 23882 h 27275"/>
              <a:gd name="connsiteX6" fmla="*/ 18498 w 61762"/>
              <a:gd name="connsiteY6" fmla="*/ 18663 h 27275"/>
              <a:gd name="connsiteX7" fmla="*/ 46632 w 61762"/>
              <a:gd name="connsiteY7" fmla="*/ 18817 h 27275"/>
              <a:gd name="connsiteX8" fmla="*/ 32486 w 61762"/>
              <a:gd name="connsiteY8" fmla="*/ 3804 h 27275"/>
              <a:gd name="connsiteX9" fmla="*/ 10176 w 61762"/>
              <a:gd name="connsiteY9" fmla="*/ 27275 h 27275"/>
              <a:gd name="connsiteX10" fmla="*/ 0 w 61762"/>
              <a:gd name="connsiteY10" fmla="*/ 27250 h 27275"/>
              <a:gd name="connsiteX0" fmla="*/ 0 w 61762"/>
              <a:gd name="connsiteY0" fmla="*/ 27250 h 27275"/>
              <a:gd name="connsiteX1" fmla="*/ 25834 w 61762"/>
              <a:gd name="connsiteY1" fmla="*/ 0 h 27275"/>
              <a:gd name="connsiteX2" fmla="*/ 36114 w 61762"/>
              <a:gd name="connsiteY2" fmla="*/ 26 h 27275"/>
              <a:gd name="connsiteX3" fmla="*/ 44819 w 61762"/>
              <a:gd name="connsiteY3" fmla="*/ 5630 h 27275"/>
              <a:gd name="connsiteX4" fmla="*/ 61762 w 61762"/>
              <a:gd name="connsiteY4" fmla="*/ 23856 h 27275"/>
              <a:gd name="connsiteX5" fmla="*/ 25181 w 61762"/>
              <a:gd name="connsiteY5" fmla="*/ 23882 h 27275"/>
              <a:gd name="connsiteX6" fmla="*/ 20434 w 61762"/>
              <a:gd name="connsiteY6" fmla="*/ 19497 h 27275"/>
              <a:gd name="connsiteX7" fmla="*/ 46632 w 61762"/>
              <a:gd name="connsiteY7" fmla="*/ 18817 h 27275"/>
              <a:gd name="connsiteX8" fmla="*/ 32486 w 61762"/>
              <a:gd name="connsiteY8" fmla="*/ 3804 h 27275"/>
              <a:gd name="connsiteX9" fmla="*/ 10176 w 61762"/>
              <a:gd name="connsiteY9" fmla="*/ 27275 h 27275"/>
              <a:gd name="connsiteX10" fmla="*/ 0 w 61762"/>
              <a:gd name="connsiteY10" fmla="*/ 27250 h 27275"/>
              <a:gd name="connsiteX0" fmla="*/ 0 w 61762"/>
              <a:gd name="connsiteY0" fmla="*/ 27250 h 27275"/>
              <a:gd name="connsiteX1" fmla="*/ 25834 w 61762"/>
              <a:gd name="connsiteY1" fmla="*/ 0 h 27275"/>
              <a:gd name="connsiteX2" fmla="*/ 36114 w 61762"/>
              <a:gd name="connsiteY2" fmla="*/ 26 h 27275"/>
              <a:gd name="connsiteX3" fmla="*/ 44819 w 61762"/>
              <a:gd name="connsiteY3" fmla="*/ 5630 h 27275"/>
              <a:gd name="connsiteX4" fmla="*/ 61762 w 61762"/>
              <a:gd name="connsiteY4" fmla="*/ 23856 h 27275"/>
              <a:gd name="connsiteX5" fmla="*/ 25181 w 61762"/>
              <a:gd name="connsiteY5" fmla="*/ 23882 h 27275"/>
              <a:gd name="connsiteX6" fmla="*/ 18315 w 61762"/>
              <a:gd name="connsiteY6" fmla="*/ 18736 h 27275"/>
              <a:gd name="connsiteX7" fmla="*/ 46632 w 61762"/>
              <a:gd name="connsiteY7" fmla="*/ 18817 h 27275"/>
              <a:gd name="connsiteX8" fmla="*/ 32486 w 61762"/>
              <a:gd name="connsiteY8" fmla="*/ 3804 h 27275"/>
              <a:gd name="connsiteX9" fmla="*/ 10176 w 61762"/>
              <a:gd name="connsiteY9" fmla="*/ 27275 h 27275"/>
              <a:gd name="connsiteX10" fmla="*/ 0 w 61762"/>
              <a:gd name="connsiteY10" fmla="*/ 27250 h 27275"/>
              <a:gd name="connsiteX0" fmla="*/ 0 w 61762"/>
              <a:gd name="connsiteY0" fmla="*/ 27250 h 27275"/>
              <a:gd name="connsiteX1" fmla="*/ 25834 w 61762"/>
              <a:gd name="connsiteY1" fmla="*/ 0 h 27275"/>
              <a:gd name="connsiteX2" fmla="*/ 36114 w 61762"/>
              <a:gd name="connsiteY2" fmla="*/ 26 h 27275"/>
              <a:gd name="connsiteX3" fmla="*/ 44819 w 61762"/>
              <a:gd name="connsiteY3" fmla="*/ 5630 h 27275"/>
              <a:gd name="connsiteX4" fmla="*/ 61762 w 61762"/>
              <a:gd name="connsiteY4" fmla="*/ 23856 h 27275"/>
              <a:gd name="connsiteX5" fmla="*/ 25181 w 61762"/>
              <a:gd name="connsiteY5" fmla="*/ 23882 h 27275"/>
              <a:gd name="connsiteX6" fmla="*/ 18315 w 61762"/>
              <a:gd name="connsiteY6" fmla="*/ 18736 h 27275"/>
              <a:gd name="connsiteX7" fmla="*/ 47582 w 61762"/>
              <a:gd name="connsiteY7" fmla="*/ 18998 h 27275"/>
              <a:gd name="connsiteX8" fmla="*/ 32486 w 61762"/>
              <a:gd name="connsiteY8" fmla="*/ 3804 h 27275"/>
              <a:gd name="connsiteX9" fmla="*/ 10176 w 61762"/>
              <a:gd name="connsiteY9" fmla="*/ 27275 h 27275"/>
              <a:gd name="connsiteX10" fmla="*/ 0 w 61762"/>
              <a:gd name="connsiteY10" fmla="*/ 27250 h 27275"/>
              <a:gd name="connsiteX0" fmla="*/ 0 w 61762"/>
              <a:gd name="connsiteY0" fmla="*/ 27250 h 27275"/>
              <a:gd name="connsiteX1" fmla="*/ 25834 w 61762"/>
              <a:gd name="connsiteY1" fmla="*/ 0 h 27275"/>
              <a:gd name="connsiteX2" fmla="*/ 36114 w 61762"/>
              <a:gd name="connsiteY2" fmla="*/ 26 h 27275"/>
              <a:gd name="connsiteX3" fmla="*/ 44819 w 61762"/>
              <a:gd name="connsiteY3" fmla="*/ 5630 h 27275"/>
              <a:gd name="connsiteX4" fmla="*/ 61762 w 61762"/>
              <a:gd name="connsiteY4" fmla="*/ 23856 h 27275"/>
              <a:gd name="connsiteX5" fmla="*/ 25181 w 61762"/>
              <a:gd name="connsiteY5" fmla="*/ 23882 h 27275"/>
              <a:gd name="connsiteX6" fmla="*/ 18315 w 61762"/>
              <a:gd name="connsiteY6" fmla="*/ 18736 h 27275"/>
              <a:gd name="connsiteX7" fmla="*/ 46632 w 61762"/>
              <a:gd name="connsiteY7" fmla="*/ 18762 h 27275"/>
              <a:gd name="connsiteX8" fmla="*/ 32486 w 61762"/>
              <a:gd name="connsiteY8" fmla="*/ 3804 h 27275"/>
              <a:gd name="connsiteX9" fmla="*/ 10176 w 61762"/>
              <a:gd name="connsiteY9" fmla="*/ 27275 h 27275"/>
              <a:gd name="connsiteX10" fmla="*/ 0 w 61762"/>
              <a:gd name="connsiteY10" fmla="*/ 27250 h 27275"/>
              <a:gd name="connsiteX0" fmla="*/ 0 w 61762"/>
              <a:gd name="connsiteY0" fmla="*/ 27250 h 27275"/>
              <a:gd name="connsiteX1" fmla="*/ 25834 w 61762"/>
              <a:gd name="connsiteY1" fmla="*/ 0 h 27275"/>
              <a:gd name="connsiteX2" fmla="*/ 39182 w 61762"/>
              <a:gd name="connsiteY2" fmla="*/ 26 h 27275"/>
              <a:gd name="connsiteX3" fmla="*/ 44819 w 61762"/>
              <a:gd name="connsiteY3" fmla="*/ 5630 h 27275"/>
              <a:gd name="connsiteX4" fmla="*/ 61762 w 61762"/>
              <a:gd name="connsiteY4" fmla="*/ 23856 h 27275"/>
              <a:gd name="connsiteX5" fmla="*/ 25181 w 61762"/>
              <a:gd name="connsiteY5" fmla="*/ 23882 h 27275"/>
              <a:gd name="connsiteX6" fmla="*/ 18315 w 61762"/>
              <a:gd name="connsiteY6" fmla="*/ 18736 h 27275"/>
              <a:gd name="connsiteX7" fmla="*/ 46632 w 61762"/>
              <a:gd name="connsiteY7" fmla="*/ 18762 h 27275"/>
              <a:gd name="connsiteX8" fmla="*/ 32486 w 61762"/>
              <a:gd name="connsiteY8" fmla="*/ 3804 h 27275"/>
              <a:gd name="connsiteX9" fmla="*/ 10176 w 61762"/>
              <a:gd name="connsiteY9" fmla="*/ 27275 h 27275"/>
              <a:gd name="connsiteX10" fmla="*/ 0 w 61762"/>
              <a:gd name="connsiteY10" fmla="*/ 27250 h 27275"/>
              <a:gd name="connsiteX0" fmla="*/ 0 w 61762"/>
              <a:gd name="connsiteY0" fmla="*/ 27250 h 27275"/>
              <a:gd name="connsiteX1" fmla="*/ 25834 w 61762"/>
              <a:gd name="connsiteY1" fmla="*/ 0 h 27275"/>
              <a:gd name="connsiteX2" fmla="*/ 39182 w 61762"/>
              <a:gd name="connsiteY2" fmla="*/ 26 h 27275"/>
              <a:gd name="connsiteX3" fmla="*/ 41933 w 61762"/>
              <a:gd name="connsiteY3" fmla="*/ 5702 h 27275"/>
              <a:gd name="connsiteX4" fmla="*/ 61762 w 61762"/>
              <a:gd name="connsiteY4" fmla="*/ 23856 h 27275"/>
              <a:gd name="connsiteX5" fmla="*/ 25181 w 61762"/>
              <a:gd name="connsiteY5" fmla="*/ 23882 h 27275"/>
              <a:gd name="connsiteX6" fmla="*/ 18315 w 61762"/>
              <a:gd name="connsiteY6" fmla="*/ 18736 h 27275"/>
              <a:gd name="connsiteX7" fmla="*/ 46632 w 61762"/>
              <a:gd name="connsiteY7" fmla="*/ 18762 h 27275"/>
              <a:gd name="connsiteX8" fmla="*/ 32486 w 61762"/>
              <a:gd name="connsiteY8" fmla="*/ 3804 h 27275"/>
              <a:gd name="connsiteX9" fmla="*/ 10176 w 61762"/>
              <a:gd name="connsiteY9" fmla="*/ 27275 h 27275"/>
              <a:gd name="connsiteX10" fmla="*/ 0 w 61762"/>
              <a:gd name="connsiteY10" fmla="*/ 27250 h 27275"/>
              <a:gd name="connsiteX0" fmla="*/ 0 w 61762"/>
              <a:gd name="connsiteY0" fmla="*/ 27250 h 27275"/>
              <a:gd name="connsiteX1" fmla="*/ 25834 w 61762"/>
              <a:gd name="connsiteY1" fmla="*/ 0 h 27275"/>
              <a:gd name="connsiteX2" fmla="*/ 39182 w 61762"/>
              <a:gd name="connsiteY2" fmla="*/ 26 h 27275"/>
              <a:gd name="connsiteX3" fmla="*/ 44490 w 61762"/>
              <a:gd name="connsiteY3" fmla="*/ 5684 h 27275"/>
              <a:gd name="connsiteX4" fmla="*/ 61762 w 61762"/>
              <a:gd name="connsiteY4" fmla="*/ 23856 h 27275"/>
              <a:gd name="connsiteX5" fmla="*/ 25181 w 61762"/>
              <a:gd name="connsiteY5" fmla="*/ 23882 h 27275"/>
              <a:gd name="connsiteX6" fmla="*/ 18315 w 61762"/>
              <a:gd name="connsiteY6" fmla="*/ 18736 h 27275"/>
              <a:gd name="connsiteX7" fmla="*/ 46632 w 61762"/>
              <a:gd name="connsiteY7" fmla="*/ 18762 h 27275"/>
              <a:gd name="connsiteX8" fmla="*/ 32486 w 61762"/>
              <a:gd name="connsiteY8" fmla="*/ 3804 h 27275"/>
              <a:gd name="connsiteX9" fmla="*/ 10176 w 61762"/>
              <a:gd name="connsiteY9" fmla="*/ 27275 h 27275"/>
              <a:gd name="connsiteX10" fmla="*/ 0 w 61762"/>
              <a:gd name="connsiteY10" fmla="*/ 27250 h 2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1762" h="27275">
                <a:moveTo>
                  <a:pt x="0" y="27250"/>
                </a:moveTo>
                <a:lnTo>
                  <a:pt x="25834" y="0"/>
                </a:lnTo>
                <a:lnTo>
                  <a:pt x="39182" y="26"/>
                </a:lnTo>
                <a:lnTo>
                  <a:pt x="44490" y="5684"/>
                </a:lnTo>
                <a:lnTo>
                  <a:pt x="61762" y="23856"/>
                </a:lnTo>
                <a:lnTo>
                  <a:pt x="25181" y="23882"/>
                </a:lnTo>
                <a:lnTo>
                  <a:pt x="18315" y="18736"/>
                </a:lnTo>
                <a:lnTo>
                  <a:pt x="46632" y="18762"/>
                </a:lnTo>
                <a:lnTo>
                  <a:pt x="32486" y="3804"/>
                </a:lnTo>
                <a:lnTo>
                  <a:pt x="10176" y="27275"/>
                </a:lnTo>
                <a:lnTo>
                  <a:pt x="0" y="27250"/>
                </a:lnTo>
                <a:close/>
              </a:path>
            </a:pathLst>
          </a:custGeom>
          <a:solidFill>
            <a:srgbClr val="150A2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A12450AC-AA28-4B63-BC8B-36AD8C935F71}"/>
              </a:ext>
            </a:extLst>
          </p:cNvPr>
          <p:cNvSpPr txBox="1">
            <a:spLocks/>
          </p:cNvSpPr>
          <p:nvPr userDrawn="1"/>
        </p:nvSpPr>
        <p:spPr>
          <a:xfrm>
            <a:off x="3267799" y="841512"/>
            <a:ext cx="7061527" cy="42477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None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D2AEDC2A-1485-4995-9F6B-A3CA667D78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6412" y="437515"/>
            <a:ext cx="2515324" cy="424778"/>
          </a:xfrm>
        </p:spPr>
        <p:txBody>
          <a:bodyPr anchor="b">
            <a:normAutofit/>
          </a:bodyPr>
          <a:lstStyle>
            <a:lvl1pPr marL="48600" indent="0">
              <a:buNone/>
              <a:defRPr sz="12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l-PL"/>
              <a:t>Miesiąc, Rok</a:t>
            </a:r>
          </a:p>
        </p:txBody>
      </p:sp>
    </p:spTree>
    <p:extLst>
      <p:ext uri="{BB962C8B-B14F-4D97-AF65-F5344CB8AC3E}">
        <p14:creationId xmlns:p14="http://schemas.microsoft.com/office/powerpoint/2010/main" val="2779948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>
            <a:extLst>
              <a:ext uri="{FF2B5EF4-FFF2-40B4-BE49-F238E27FC236}">
                <a16:creationId xmlns:a16="http://schemas.microsoft.com/office/drawing/2014/main" id="{5C17D229-0D54-4603-9CA6-A489751B18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15">
            <a:extLst>
              <a:ext uri="{FF2B5EF4-FFF2-40B4-BE49-F238E27FC236}">
                <a16:creationId xmlns:a16="http://schemas.microsoft.com/office/drawing/2014/main" id="{51943D7B-F1CE-492F-A003-EBC5AB9C5694}"/>
              </a:ext>
            </a:extLst>
          </p:cNvPr>
          <p:cNvSpPr/>
          <p:nvPr userDrawn="1"/>
        </p:nvSpPr>
        <p:spPr>
          <a:xfrm>
            <a:off x="0" y="0"/>
            <a:ext cx="1984443" cy="6858000"/>
          </a:xfrm>
          <a:prstGeom prst="rect">
            <a:avLst/>
          </a:prstGeom>
          <a:gradFill flip="none" rotWithShape="1">
            <a:gsLst>
              <a:gs pos="0">
                <a:srgbClr val="150A41">
                  <a:lumMod val="68361"/>
                </a:srgbClr>
              </a:gs>
              <a:gs pos="51000">
                <a:srgbClr val="38174D">
                  <a:lumMod val="97924"/>
                  <a:lumOff val="2076"/>
                </a:srgbClr>
              </a:gs>
              <a:gs pos="100000">
                <a:srgbClr val="E00069">
                  <a:lumMod val="8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pic>
        <p:nvPicPr>
          <p:cNvPr id="11" name="Picture 22">
            <a:extLst>
              <a:ext uri="{FF2B5EF4-FFF2-40B4-BE49-F238E27FC236}">
                <a16:creationId xmlns:a16="http://schemas.microsoft.com/office/drawing/2014/main" id="{8F048446-D203-46F8-AE92-B345D10DA1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412" y="6102484"/>
            <a:ext cx="1191618" cy="328173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1115C989-4A91-0940-853D-538B17CC3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6600" y="1587262"/>
            <a:ext cx="7072562" cy="2694231"/>
          </a:xfrm>
        </p:spPr>
        <p:txBody>
          <a:bodyPr anchor="b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861020A6-3AFE-5A42-BC60-5FE13E0A2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099" y="4498660"/>
            <a:ext cx="7061527" cy="129387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Data 36">
            <a:extLst>
              <a:ext uri="{FF2B5EF4-FFF2-40B4-BE49-F238E27FC236}">
                <a16:creationId xmlns:a16="http://schemas.microsoft.com/office/drawing/2014/main" id="{EABDE657-543C-4DDF-9FC9-B649A1E41E3D}"/>
              </a:ext>
            </a:extLst>
          </p:cNvPr>
          <p:cNvSpPr/>
          <p:nvPr userDrawn="1"/>
        </p:nvSpPr>
        <p:spPr>
          <a:xfrm>
            <a:off x="9565491" y="-22682"/>
            <a:ext cx="7730287" cy="6880682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7565"/>
              <a:gd name="connsiteY0" fmla="*/ 14216 h 14216"/>
              <a:gd name="connsiteX1" fmla="*/ 2000 w 17565"/>
              <a:gd name="connsiteY1" fmla="*/ 4216 h 14216"/>
              <a:gd name="connsiteX2" fmla="*/ 17565 w 17565"/>
              <a:gd name="connsiteY2" fmla="*/ 0 h 14216"/>
              <a:gd name="connsiteX3" fmla="*/ 8000 w 17565"/>
              <a:gd name="connsiteY3" fmla="*/ 14216 h 14216"/>
              <a:gd name="connsiteX4" fmla="*/ 0 w 17565"/>
              <a:gd name="connsiteY4" fmla="*/ 14216 h 14216"/>
              <a:gd name="connsiteX0" fmla="*/ 0 w 17565"/>
              <a:gd name="connsiteY0" fmla="*/ 17892 h 17892"/>
              <a:gd name="connsiteX1" fmla="*/ 10808 w 17565"/>
              <a:gd name="connsiteY1" fmla="*/ 0 h 17892"/>
              <a:gd name="connsiteX2" fmla="*/ 17565 w 17565"/>
              <a:gd name="connsiteY2" fmla="*/ 3676 h 17892"/>
              <a:gd name="connsiteX3" fmla="*/ 8000 w 17565"/>
              <a:gd name="connsiteY3" fmla="*/ 17892 h 17892"/>
              <a:gd name="connsiteX4" fmla="*/ 0 w 17565"/>
              <a:gd name="connsiteY4" fmla="*/ 17892 h 17892"/>
              <a:gd name="connsiteX0" fmla="*/ 0 w 20104"/>
              <a:gd name="connsiteY0" fmla="*/ 17995 h 17995"/>
              <a:gd name="connsiteX1" fmla="*/ 10808 w 20104"/>
              <a:gd name="connsiteY1" fmla="*/ 103 h 17995"/>
              <a:gd name="connsiteX2" fmla="*/ 20104 w 20104"/>
              <a:gd name="connsiteY2" fmla="*/ 0 h 17995"/>
              <a:gd name="connsiteX3" fmla="*/ 8000 w 20104"/>
              <a:gd name="connsiteY3" fmla="*/ 17995 h 17995"/>
              <a:gd name="connsiteX4" fmla="*/ 0 w 20104"/>
              <a:gd name="connsiteY4" fmla="*/ 17995 h 17995"/>
              <a:gd name="connsiteX0" fmla="*/ 0 w 20104"/>
              <a:gd name="connsiteY0" fmla="*/ 17995 h 17995"/>
              <a:gd name="connsiteX1" fmla="*/ 10912 w 20104"/>
              <a:gd name="connsiteY1" fmla="*/ 0 h 17995"/>
              <a:gd name="connsiteX2" fmla="*/ 20104 w 20104"/>
              <a:gd name="connsiteY2" fmla="*/ 0 h 17995"/>
              <a:gd name="connsiteX3" fmla="*/ 8000 w 20104"/>
              <a:gd name="connsiteY3" fmla="*/ 17995 h 17995"/>
              <a:gd name="connsiteX4" fmla="*/ 0 w 20104"/>
              <a:gd name="connsiteY4" fmla="*/ 17995 h 17995"/>
              <a:gd name="connsiteX0" fmla="*/ 0 w 35026"/>
              <a:gd name="connsiteY0" fmla="*/ 27250 h 27250"/>
              <a:gd name="connsiteX1" fmla="*/ 25834 w 35026"/>
              <a:gd name="connsiteY1" fmla="*/ 0 h 27250"/>
              <a:gd name="connsiteX2" fmla="*/ 35026 w 35026"/>
              <a:gd name="connsiteY2" fmla="*/ 0 h 27250"/>
              <a:gd name="connsiteX3" fmla="*/ 22922 w 35026"/>
              <a:gd name="connsiteY3" fmla="*/ 17995 h 27250"/>
              <a:gd name="connsiteX4" fmla="*/ 0 w 35026"/>
              <a:gd name="connsiteY4" fmla="*/ 27250 h 27250"/>
              <a:gd name="connsiteX0" fmla="*/ 0 w 35026"/>
              <a:gd name="connsiteY0" fmla="*/ 27250 h 27275"/>
              <a:gd name="connsiteX1" fmla="*/ 25834 w 35026"/>
              <a:gd name="connsiteY1" fmla="*/ 0 h 27275"/>
              <a:gd name="connsiteX2" fmla="*/ 35026 w 35026"/>
              <a:gd name="connsiteY2" fmla="*/ 0 h 27275"/>
              <a:gd name="connsiteX3" fmla="*/ 10176 w 35026"/>
              <a:gd name="connsiteY3" fmla="*/ 27275 h 27275"/>
              <a:gd name="connsiteX4" fmla="*/ 0 w 35026"/>
              <a:gd name="connsiteY4" fmla="*/ 27250 h 27275"/>
              <a:gd name="connsiteX0" fmla="*/ 0 w 36114"/>
              <a:gd name="connsiteY0" fmla="*/ 27250 h 27275"/>
              <a:gd name="connsiteX1" fmla="*/ 25834 w 36114"/>
              <a:gd name="connsiteY1" fmla="*/ 0 h 27275"/>
              <a:gd name="connsiteX2" fmla="*/ 36114 w 36114"/>
              <a:gd name="connsiteY2" fmla="*/ 26 h 27275"/>
              <a:gd name="connsiteX3" fmla="*/ 10176 w 36114"/>
              <a:gd name="connsiteY3" fmla="*/ 27275 h 27275"/>
              <a:gd name="connsiteX4" fmla="*/ 0 w 36114"/>
              <a:gd name="connsiteY4" fmla="*/ 27250 h 27275"/>
              <a:gd name="connsiteX0" fmla="*/ 0 w 36114"/>
              <a:gd name="connsiteY0" fmla="*/ 27250 h 27275"/>
              <a:gd name="connsiteX1" fmla="*/ 25834 w 36114"/>
              <a:gd name="connsiteY1" fmla="*/ 0 h 27275"/>
              <a:gd name="connsiteX2" fmla="*/ 36114 w 36114"/>
              <a:gd name="connsiteY2" fmla="*/ 26 h 27275"/>
              <a:gd name="connsiteX3" fmla="*/ 33627 w 36114"/>
              <a:gd name="connsiteY3" fmla="*/ 2622 h 27275"/>
              <a:gd name="connsiteX4" fmla="*/ 10176 w 36114"/>
              <a:gd name="connsiteY4" fmla="*/ 27275 h 27275"/>
              <a:gd name="connsiteX5" fmla="*/ 0 w 36114"/>
              <a:gd name="connsiteY5" fmla="*/ 27250 h 27275"/>
              <a:gd name="connsiteX0" fmla="*/ 0 w 36114"/>
              <a:gd name="connsiteY0" fmla="*/ 27250 h 27275"/>
              <a:gd name="connsiteX1" fmla="*/ 25834 w 36114"/>
              <a:gd name="connsiteY1" fmla="*/ 0 h 27275"/>
              <a:gd name="connsiteX2" fmla="*/ 36114 w 36114"/>
              <a:gd name="connsiteY2" fmla="*/ 26 h 27275"/>
              <a:gd name="connsiteX3" fmla="*/ 32539 w 36114"/>
              <a:gd name="connsiteY3" fmla="*/ 3779 h 27275"/>
              <a:gd name="connsiteX4" fmla="*/ 10176 w 36114"/>
              <a:gd name="connsiteY4" fmla="*/ 27275 h 27275"/>
              <a:gd name="connsiteX5" fmla="*/ 0 w 36114"/>
              <a:gd name="connsiteY5" fmla="*/ 27250 h 27275"/>
              <a:gd name="connsiteX0" fmla="*/ 0 w 36114"/>
              <a:gd name="connsiteY0" fmla="*/ 27250 h 27275"/>
              <a:gd name="connsiteX1" fmla="*/ 25834 w 36114"/>
              <a:gd name="connsiteY1" fmla="*/ 0 h 27275"/>
              <a:gd name="connsiteX2" fmla="*/ 36114 w 36114"/>
              <a:gd name="connsiteY2" fmla="*/ 26 h 27275"/>
              <a:gd name="connsiteX3" fmla="*/ 35026 w 36114"/>
              <a:gd name="connsiteY3" fmla="*/ 1157 h 27275"/>
              <a:gd name="connsiteX4" fmla="*/ 32539 w 36114"/>
              <a:gd name="connsiteY4" fmla="*/ 3779 h 27275"/>
              <a:gd name="connsiteX5" fmla="*/ 10176 w 36114"/>
              <a:gd name="connsiteY5" fmla="*/ 27275 h 27275"/>
              <a:gd name="connsiteX6" fmla="*/ 0 w 36114"/>
              <a:gd name="connsiteY6" fmla="*/ 27250 h 27275"/>
              <a:gd name="connsiteX0" fmla="*/ 0 w 44819"/>
              <a:gd name="connsiteY0" fmla="*/ 27250 h 27275"/>
              <a:gd name="connsiteX1" fmla="*/ 25834 w 44819"/>
              <a:gd name="connsiteY1" fmla="*/ 0 h 27275"/>
              <a:gd name="connsiteX2" fmla="*/ 36114 w 44819"/>
              <a:gd name="connsiteY2" fmla="*/ 26 h 27275"/>
              <a:gd name="connsiteX3" fmla="*/ 44819 w 44819"/>
              <a:gd name="connsiteY3" fmla="*/ 5630 h 27275"/>
              <a:gd name="connsiteX4" fmla="*/ 32539 w 44819"/>
              <a:gd name="connsiteY4" fmla="*/ 3779 h 27275"/>
              <a:gd name="connsiteX5" fmla="*/ 10176 w 44819"/>
              <a:gd name="connsiteY5" fmla="*/ 27275 h 27275"/>
              <a:gd name="connsiteX6" fmla="*/ 0 w 44819"/>
              <a:gd name="connsiteY6" fmla="*/ 27250 h 27275"/>
              <a:gd name="connsiteX0" fmla="*/ 0 w 44819"/>
              <a:gd name="connsiteY0" fmla="*/ 27250 h 27275"/>
              <a:gd name="connsiteX1" fmla="*/ 25834 w 44819"/>
              <a:gd name="connsiteY1" fmla="*/ 0 h 27275"/>
              <a:gd name="connsiteX2" fmla="*/ 36114 w 44819"/>
              <a:gd name="connsiteY2" fmla="*/ 26 h 27275"/>
              <a:gd name="connsiteX3" fmla="*/ 44819 w 44819"/>
              <a:gd name="connsiteY3" fmla="*/ 5630 h 27275"/>
              <a:gd name="connsiteX4" fmla="*/ 35544 w 44819"/>
              <a:gd name="connsiteY4" fmla="*/ 4216 h 27275"/>
              <a:gd name="connsiteX5" fmla="*/ 32539 w 44819"/>
              <a:gd name="connsiteY5" fmla="*/ 3779 h 27275"/>
              <a:gd name="connsiteX6" fmla="*/ 10176 w 44819"/>
              <a:gd name="connsiteY6" fmla="*/ 27275 h 27275"/>
              <a:gd name="connsiteX7" fmla="*/ 0 w 44819"/>
              <a:gd name="connsiteY7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32539 w 49430"/>
              <a:gd name="connsiteY5" fmla="*/ 3779 h 27275"/>
              <a:gd name="connsiteX6" fmla="*/ 10176 w 49430"/>
              <a:gd name="connsiteY6" fmla="*/ 27275 h 27275"/>
              <a:gd name="connsiteX7" fmla="*/ 0 w 49430"/>
              <a:gd name="connsiteY7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32435 w 49430"/>
              <a:gd name="connsiteY5" fmla="*/ 4910 h 27275"/>
              <a:gd name="connsiteX6" fmla="*/ 10176 w 49430"/>
              <a:gd name="connsiteY6" fmla="*/ 27275 h 27275"/>
              <a:gd name="connsiteX7" fmla="*/ 0 w 49430"/>
              <a:gd name="connsiteY7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32331 w 49430"/>
              <a:gd name="connsiteY5" fmla="*/ 1902 h 27275"/>
              <a:gd name="connsiteX6" fmla="*/ 10176 w 49430"/>
              <a:gd name="connsiteY6" fmla="*/ 27275 h 27275"/>
              <a:gd name="connsiteX7" fmla="*/ 0 w 49430"/>
              <a:gd name="connsiteY7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32486 w 49430"/>
              <a:gd name="connsiteY5" fmla="*/ 3804 h 27275"/>
              <a:gd name="connsiteX6" fmla="*/ 10176 w 49430"/>
              <a:gd name="connsiteY6" fmla="*/ 27275 h 27275"/>
              <a:gd name="connsiteX7" fmla="*/ 0 w 49430"/>
              <a:gd name="connsiteY7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35129 w 49430"/>
              <a:gd name="connsiteY5" fmla="*/ 6607 h 27275"/>
              <a:gd name="connsiteX6" fmla="*/ 32486 w 49430"/>
              <a:gd name="connsiteY6" fmla="*/ 3804 h 27275"/>
              <a:gd name="connsiteX7" fmla="*/ 10176 w 49430"/>
              <a:gd name="connsiteY7" fmla="*/ 27275 h 27275"/>
              <a:gd name="connsiteX8" fmla="*/ 0 w 49430"/>
              <a:gd name="connsiteY8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35129 w 49430"/>
              <a:gd name="connsiteY5" fmla="*/ 6607 h 27275"/>
              <a:gd name="connsiteX6" fmla="*/ 33471 w 49430"/>
              <a:gd name="connsiteY6" fmla="*/ 4910 h 27275"/>
              <a:gd name="connsiteX7" fmla="*/ 32486 w 49430"/>
              <a:gd name="connsiteY7" fmla="*/ 3804 h 27275"/>
              <a:gd name="connsiteX8" fmla="*/ 10176 w 49430"/>
              <a:gd name="connsiteY8" fmla="*/ 27275 h 27275"/>
              <a:gd name="connsiteX9" fmla="*/ 0 w 49430"/>
              <a:gd name="connsiteY9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41295 w 49430"/>
              <a:gd name="connsiteY5" fmla="*/ 8895 h 27275"/>
              <a:gd name="connsiteX6" fmla="*/ 33471 w 49430"/>
              <a:gd name="connsiteY6" fmla="*/ 4910 h 27275"/>
              <a:gd name="connsiteX7" fmla="*/ 32486 w 49430"/>
              <a:gd name="connsiteY7" fmla="*/ 3804 h 27275"/>
              <a:gd name="connsiteX8" fmla="*/ 10176 w 49430"/>
              <a:gd name="connsiteY8" fmla="*/ 27275 h 27275"/>
              <a:gd name="connsiteX9" fmla="*/ 0 w 49430"/>
              <a:gd name="connsiteY9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44767 w 49430"/>
              <a:gd name="connsiteY5" fmla="*/ 23779 h 27275"/>
              <a:gd name="connsiteX6" fmla="*/ 33471 w 49430"/>
              <a:gd name="connsiteY6" fmla="*/ 4910 h 27275"/>
              <a:gd name="connsiteX7" fmla="*/ 32486 w 49430"/>
              <a:gd name="connsiteY7" fmla="*/ 3804 h 27275"/>
              <a:gd name="connsiteX8" fmla="*/ 10176 w 49430"/>
              <a:gd name="connsiteY8" fmla="*/ 27275 h 27275"/>
              <a:gd name="connsiteX9" fmla="*/ 0 w 49430"/>
              <a:gd name="connsiteY9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44767 w 49430"/>
              <a:gd name="connsiteY5" fmla="*/ 23779 h 27275"/>
              <a:gd name="connsiteX6" fmla="*/ 47772 w 49430"/>
              <a:gd name="connsiteY6" fmla="*/ 19820 h 27275"/>
              <a:gd name="connsiteX7" fmla="*/ 32486 w 49430"/>
              <a:gd name="connsiteY7" fmla="*/ 3804 h 27275"/>
              <a:gd name="connsiteX8" fmla="*/ 10176 w 49430"/>
              <a:gd name="connsiteY8" fmla="*/ 27275 h 27275"/>
              <a:gd name="connsiteX9" fmla="*/ 0 w 49430"/>
              <a:gd name="connsiteY9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44767 w 49430"/>
              <a:gd name="connsiteY5" fmla="*/ 23779 h 27275"/>
              <a:gd name="connsiteX6" fmla="*/ 46943 w 49430"/>
              <a:gd name="connsiteY6" fmla="*/ 18740 h 27275"/>
              <a:gd name="connsiteX7" fmla="*/ 32486 w 49430"/>
              <a:gd name="connsiteY7" fmla="*/ 3804 h 27275"/>
              <a:gd name="connsiteX8" fmla="*/ 10176 w 49430"/>
              <a:gd name="connsiteY8" fmla="*/ 27275 h 27275"/>
              <a:gd name="connsiteX9" fmla="*/ 0 w 49430"/>
              <a:gd name="connsiteY9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44767 w 49430"/>
              <a:gd name="connsiteY5" fmla="*/ 23779 h 27275"/>
              <a:gd name="connsiteX6" fmla="*/ 46632 w 49430"/>
              <a:gd name="connsiteY6" fmla="*/ 18817 h 27275"/>
              <a:gd name="connsiteX7" fmla="*/ 32486 w 49430"/>
              <a:gd name="connsiteY7" fmla="*/ 3804 h 27275"/>
              <a:gd name="connsiteX8" fmla="*/ 10176 w 49430"/>
              <a:gd name="connsiteY8" fmla="*/ 27275 h 27275"/>
              <a:gd name="connsiteX9" fmla="*/ 0 w 49430"/>
              <a:gd name="connsiteY9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18498 w 49430"/>
              <a:gd name="connsiteY5" fmla="*/ 18663 h 27275"/>
              <a:gd name="connsiteX6" fmla="*/ 46632 w 49430"/>
              <a:gd name="connsiteY6" fmla="*/ 18817 h 27275"/>
              <a:gd name="connsiteX7" fmla="*/ 32486 w 49430"/>
              <a:gd name="connsiteY7" fmla="*/ 3804 h 27275"/>
              <a:gd name="connsiteX8" fmla="*/ 10176 w 49430"/>
              <a:gd name="connsiteY8" fmla="*/ 27275 h 27275"/>
              <a:gd name="connsiteX9" fmla="*/ 0 w 49430"/>
              <a:gd name="connsiteY9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48756 w 49430"/>
              <a:gd name="connsiteY5" fmla="*/ 21800 h 27275"/>
              <a:gd name="connsiteX6" fmla="*/ 18498 w 49430"/>
              <a:gd name="connsiteY6" fmla="*/ 18663 h 27275"/>
              <a:gd name="connsiteX7" fmla="*/ 46632 w 49430"/>
              <a:gd name="connsiteY7" fmla="*/ 18817 h 27275"/>
              <a:gd name="connsiteX8" fmla="*/ 32486 w 49430"/>
              <a:gd name="connsiteY8" fmla="*/ 3804 h 27275"/>
              <a:gd name="connsiteX9" fmla="*/ 10176 w 49430"/>
              <a:gd name="connsiteY9" fmla="*/ 27275 h 27275"/>
              <a:gd name="connsiteX10" fmla="*/ 0 w 49430"/>
              <a:gd name="connsiteY10" fmla="*/ 27250 h 27275"/>
              <a:gd name="connsiteX0" fmla="*/ 0 w 49430"/>
              <a:gd name="connsiteY0" fmla="*/ 27250 h 27275"/>
              <a:gd name="connsiteX1" fmla="*/ 25834 w 49430"/>
              <a:gd name="connsiteY1" fmla="*/ 0 h 27275"/>
              <a:gd name="connsiteX2" fmla="*/ 36114 w 49430"/>
              <a:gd name="connsiteY2" fmla="*/ 26 h 27275"/>
              <a:gd name="connsiteX3" fmla="*/ 44819 w 49430"/>
              <a:gd name="connsiteY3" fmla="*/ 5630 h 27275"/>
              <a:gd name="connsiteX4" fmla="*/ 49430 w 49430"/>
              <a:gd name="connsiteY4" fmla="*/ 21825 h 27275"/>
              <a:gd name="connsiteX5" fmla="*/ 25181 w 49430"/>
              <a:gd name="connsiteY5" fmla="*/ 23882 h 27275"/>
              <a:gd name="connsiteX6" fmla="*/ 18498 w 49430"/>
              <a:gd name="connsiteY6" fmla="*/ 18663 h 27275"/>
              <a:gd name="connsiteX7" fmla="*/ 46632 w 49430"/>
              <a:gd name="connsiteY7" fmla="*/ 18817 h 27275"/>
              <a:gd name="connsiteX8" fmla="*/ 32486 w 49430"/>
              <a:gd name="connsiteY8" fmla="*/ 3804 h 27275"/>
              <a:gd name="connsiteX9" fmla="*/ 10176 w 49430"/>
              <a:gd name="connsiteY9" fmla="*/ 27275 h 27275"/>
              <a:gd name="connsiteX10" fmla="*/ 0 w 49430"/>
              <a:gd name="connsiteY10" fmla="*/ 27250 h 27275"/>
              <a:gd name="connsiteX0" fmla="*/ 0 w 61762"/>
              <a:gd name="connsiteY0" fmla="*/ 27250 h 27275"/>
              <a:gd name="connsiteX1" fmla="*/ 25834 w 61762"/>
              <a:gd name="connsiteY1" fmla="*/ 0 h 27275"/>
              <a:gd name="connsiteX2" fmla="*/ 36114 w 61762"/>
              <a:gd name="connsiteY2" fmla="*/ 26 h 27275"/>
              <a:gd name="connsiteX3" fmla="*/ 44819 w 61762"/>
              <a:gd name="connsiteY3" fmla="*/ 5630 h 27275"/>
              <a:gd name="connsiteX4" fmla="*/ 61762 w 61762"/>
              <a:gd name="connsiteY4" fmla="*/ 23856 h 27275"/>
              <a:gd name="connsiteX5" fmla="*/ 25181 w 61762"/>
              <a:gd name="connsiteY5" fmla="*/ 23882 h 27275"/>
              <a:gd name="connsiteX6" fmla="*/ 18498 w 61762"/>
              <a:gd name="connsiteY6" fmla="*/ 18663 h 27275"/>
              <a:gd name="connsiteX7" fmla="*/ 46632 w 61762"/>
              <a:gd name="connsiteY7" fmla="*/ 18817 h 27275"/>
              <a:gd name="connsiteX8" fmla="*/ 32486 w 61762"/>
              <a:gd name="connsiteY8" fmla="*/ 3804 h 27275"/>
              <a:gd name="connsiteX9" fmla="*/ 10176 w 61762"/>
              <a:gd name="connsiteY9" fmla="*/ 27275 h 27275"/>
              <a:gd name="connsiteX10" fmla="*/ 0 w 61762"/>
              <a:gd name="connsiteY10" fmla="*/ 27250 h 27275"/>
              <a:gd name="connsiteX0" fmla="*/ 0 w 61762"/>
              <a:gd name="connsiteY0" fmla="*/ 27250 h 27275"/>
              <a:gd name="connsiteX1" fmla="*/ 25834 w 61762"/>
              <a:gd name="connsiteY1" fmla="*/ 0 h 27275"/>
              <a:gd name="connsiteX2" fmla="*/ 36114 w 61762"/>
              <a:gd name="connsiteY2" fmla="*/ 26 h 27275"/>
              <a:gd name="connsiteX3" fmla="*/ 44819 w 61762"/>
              <a:gd name="connsiteY3" fmla="*/ 5630 h 27275"/>
              <a:gd name="connsiteX4" fmla="*/ 61762 w 61762"/>
              <a:gd name="connsiteY4" fmla="*/ 23856 h 27275"/>
              <a:gd name="connsiteX5" fmla="*/ 25181 w 61762"/>
              <a:gd name="connsiteY5" fmla="*/ 23882 h 27275"/>
              <a:gd name="connsiteX6" fmla="*/ 20434 w 61762"/>
              <a:gd name="connsiteY6" fmla="*/ 19497 h 27275"/>
              <a:gd name="connsiteX7" fmla="*/ 46632 w 61762"/>
              <a:gd name="connsiteY7" fmla="*/ 18817 h 27275"/>
              <a:gd name="connsiteX8" fmla="*/ 32486 w 61762"/>
              <a:gd name="connsiteY8" fmla="*/ 3804 h 27275"/>
              <a:gd name="connsiteX9" fmla="*/ 10176 w 61762"/>
              <a:gd name="connsiteY9" fmla="*/ 27275 h 27275"/>
              <a:gd name="connsiteX10" fmla="*/ 0 w 61762"/>
              <a:gd name="connsiteY10" fmla="*/ 27250 h 27275"/>
              <a:gd name="connsiteX0" fmla="*/ 0 w 61762"/>
              <a:gd name="connsiteY0" fmla="*/ 27250 h 27275"/>
              <a:gd name="connsiteX1" fmla="*/ 25834 w 61762"/>
              <a:gd name="connsiteY1" fmla="*/ 0 h 27275"/>
              <a:gd name="connsiteX2" fmla="*/ 36114 w 61762"/>
              <a:gd name="connsiteY2" fmla="*/ 26 h 27275"/>
              <a:gd name="connsiteX3" fmla="*/ 44819 w 61762"/>
              <a:gd name="connsiteY3" fmla="*/ 5630 h 27275"/>
              <a:gd name="connsiteX4" fmla="*/ 61762 w 61762"/>
              <a:gd name="connsiteY4" fmla="*/ 23856 h 27275"/>
              <a:gd name="connsiteX5" fmla="*/ 25181 w 61762"/>
              <a:gd name="connsiteY5" fmla="*/ 23882 h 27275"/>
              <a:gd name="connsiteX6" fmla="*/ 18315 w 61762"/>
              <a:gd name="connsiteY6" fmla="*/ 18736 h 27275"/>
              <a:gd name="connsiteX7" fmla="*/ 46632 w 61762"/>
              <a:gd name="connsiteY7" fmla="*/ 18817 h 27275"/>
              <a:gd name="connsiteX8" fmla="*/ 32486 w 61762"/>
              <a:gd name="connsiteY8" fmla="*/ 3804 h 27275"/>
              <a:gd name="connsiteX9" fmla="*/ 10176 w 61762"/>
              <a:gd name="connsiteY9" fmla="*/ 27275 h 27275"/>
              <a:gd name="connsiteX10" fmla="*/ 0 w 61762"/>
              <a:gd name="connsiteY10" fmla="*/ 27250 h 27275"/>
              <a:gd name="connsiteX0" fmla="*/ 0 w 61762"/>
              <a:gd name="connsiteY0" fmla="*/ 27250 h 27275"/>
              <a:gd name="connsiteX1" fmla="*/ 25834 w 61762"/>
              <a:gd name="connsiteY1" fmla="*/ 0 h 27275"/>
              <a:gd name="connsiteX2" fmla="*/ 36114 w 61762"/>
              <a:gd name="connsiteY2" fmla="*/ 26 h 27275"/>
              <a:gd name="connsiteX3" fmla="*/ 44819 w 61762"/>
              <a:gd name="connsiteY3" fmla="*/ 5630 h 27275"/>
              <a:gd name="connsiteX4" fmla="*/ 61762 w 61762"/>
              <a:gd name="connsiteY4" fmla="*/ 23856 h 27275"/>
              <a:gd name="connsiteX5" fmla="*/ 25181 w 61762"/>
              <a:gd name="connsiteY5" fmla="*/ 23882 h 27275"/>
              <a:gd name="connsiteX6" fmla="*/ 18315 w 61762"/>
              <a:gd name="connsiteY6" fmla="*/ 18736 h 27275"/>
              <a:gd name="connsiteX7" fmla="*/ 47582 w 61762"/>
              <a:gd name="connsiteY7" fmla="*/ 18998 h 27275"/>
              <a:gd name="connsiteX8" fmla="*/ 32486 w 61762"/>
              <a:gd name="connsiteY8" fmla="*/ 3804 h 27275"/>
              <a:gd name="connsiteX9" fmla="*/ 10176 w 61762"/>
              <a:gd name="connsiteY9" fmla="*/ 27275 h 27275"/>
              <a:gd name="connsiteX10" fmla="*/ 0 w 61762"/>
              <a:gd name="connsiteY10" fmla="*/ 27250 h 27275"/>
              <a:gd name="connsiteX0" fmla="*/ 0 w 61762"/>
              <a:gd name="connsiteY0" fmla="*/ 27250 h 27275"/>
              <a:gd name="connsiteX1" fmla="*/ 25834 w 61762"/>
              <a:gd name="connsiteY1" fmla="*/ 0 h 27275"/>
              <a:gd name="connsiteX2" fmla="*/ 36114 w 61762"/>
              <a:gd name="connsiteY2" fmla="*/ 26 h 27275"/>
              <a:gd name="connsiteX3" fmla="*/ 44819 w 61762"/>
              <a:gd name="connsiteY3" fmla="*/ 5630 h 27275"/>
              <a:gd name="connsiteX4" fmla="*/ 61762 w 61762"/>
              <a:gd name="connsiteY4" fmla="*/ 23856 h 27275"/>
              <a:gd name="connsiteX5" fmla="*/ 25181 w 61762"/>
              <a:gd name="connsiteY5" fmla="*/ 23882 h 27275"/>
              <a:gd name="connsiteX6" fmla="*/ 18315 w 61762"/>
              <a:gd name="connsiteY6" fmla="*/ 18736 h 27275"/>
              <a:gd name="connsiteX7" fmla="*/ 46632 w 61762"/>
              <a:gd name="connsiteY7" fmla="*/ 18762 h 27275"/>
              <a:gd name="connsiteX8" fmla="*/ 32486 w 61762"/>
              <a:gd name="connsiteY8" fmla="*/ 3804 h 27275"/>
              <a:gd name="connsiteX9" fmla="*/ 10176 w 61762"/>
              <a:gd name="connsiteY9" fmla="*/ 27275 h 27275"/>
              <a:gd name="connsiteX10" fmla="*/ 0 w 61762"/>
              <a:gd name="connsiteY10" fmla="*/ 27250 h 27275"/>
              <a:gd name="connsiteX0" fmla="*/ 0 w 61762"/>
              <a:gd name="connsiteY0" fmla="*/ 27250 h 27275"/>
              <a:gd name="connsiteX1" fmla="*/ 25834 w 61762"/>
              <a:gd name="connsiteY1" fmla="*/ 0 h 27275"/>
              <a:gd name="connsiteX2" fmla="*/ 39182 w 61762"/>
              <a:gd name="connsiteY2" fmla="*/ 26 h 27275"/>
              <a:gd name="connsiteX3" fmla="*/ 44819 w 61762"/>
              <a:gd name="connsiteY3" fmla="*/ 5630 h 27275"/>
              <a:gd name="connsiteX4" fmla="*/ 61762 w 61762"/>
              <a:gd name="connsiteY4" fmla="*/ 23856 h 27275"/>
              <a:gd name="connsiteX5" fmla="*/ 25181 w 61762"/>
              <a:gd name="connsiteY5" fmla="*/ 23882 h 27275"/>
              <a:gd name="connsiteX6" fmla="*/ 18315 w 61762"/>
              <a:gd name="connsiteY6" fmla="*/ 18736 h 27275"/>
              <a:gd name="connsiteX7" fmla="*/ 46632 w 61762"/>
              <a:gd name="connsiteY7" fmla="*/ 18762 h 27275"/>
              <a:gd name="connsiteX8" fmla="*/ 32486 w 61762"/>
              <a:gd name="connsiteY8" fmla="*/ 3804 h 27275"/>
              <a:gd name="connsiteX9" fmla="*/ 10176 w 61762"/>
              <a:gd name="connsiteY9" fmla="*/ 27275 h 27275"/>
              <a:gd name="connsiteX10" fmla="*/ 0 w 61762"/>
              <a:gd name="connsiteY10" fmla="*/ 27250 h 27275"/>
              <a:gd name="connsiteX0" fmla="*/ 0 w 61762"/>
              <a:gd name="connsiteY0" fmla="*/ 27250 h 27275"/>
              <a:gd name="connsiteX1" fmla="*/ 25834 w 61762"/>
              <a:gd name="connsiteY1" fmla="*/ 0 h 27275"/>
              <a:gd name="connsiteX2" fmla="*/ 39182 w 61762"/>
              <a:gd name="connsiteY2" fmla="*/ 26 h 27275"/>
              <a:gd name="connsiteX3" fmla="*/ 41933 w 61762"/>
              <a:gd name="connsiteY3" fmla="*/ 5702 h 27275"/>
              <a:gd name="connsiteX4" fmla="*/ 61762 w 61762"/>
              <a:gd name="connsiteY4" fmla="*/ 23856 h 27275"/>
              <a:gd name="connsiteX5" fmla="*/ 25181 w 61762"/>
              <a:gd name="connsiteY5" fmla="*/ 23882 h 27275"/>
              <a:gd name="connsiteX6" fmla="*/ 18315 w 61762"/>
              <a:gd name="connsiteY6" fmla="*/ 18736 h 27275"/>
              <a:gd name="connsiteX7" fmla="*/ 46632 w 61762"/>
              <a:gd name="connsiteY7" fmla="*/ 18762 h 27275"/>
              <a:gd name="connsiteX8" fmla="*/ 32486 w 61762"/>
              <a:gd name="connsiteY8" fmla="*/ 3804 h 27275"/>
              <a:gd name="connsiteX9" fmla="*/ 10176 w 61762"/>
              <a:gd name="connsiteY9" fmla="*/ 27275 h 27275"/>
              <a:gd name="connsiteX10" fmla="*/ 0 w 61762"/>
              <a:gd name="connsiteY10" fmla="*/ 27250 h 27275"/>
              <a:gd name="connsiteX0" fmla="*/ 0 w 61762"/>
              <a:gd name="connsiteY0" fmla="*/ 27250 h 27275"/>
              <a:gd name="connsiteX1" fmla="*/ 25834 w 61762"/>
              <a:gd name="connsiteY1" fmla="*/ 0 h 27275"/>
              <a:gd name="connsiteX2" fmla="*/ 39182 w 61762"/>
              <a:gd name="connsiteY2" fmla="*/ 26 h 27275"/>
              <a:gd name="connsiteX3" fmla="*/ 44490 w 61762"/>
              <a:gd name="connsiteY3" fmla="*/ 5684 h 27275"/>
              <a:gd name="connsiteX4" fmla="*/ 61762 w 61762"/>
              <a:gd name="connsiteY4" fmla="*/ 23856 h 27275"/>
              <a:gd name="connsiteX5" fmla="*/ 25181 w 61762"/>
              <a:gd name="connsiteY5" fmla="*/ 23882 h 27275"/>
              <a:gd name="connsiteX6" fmla="*/ 18315 w 61762"/>
              <a:gd name="connsiteY6" fmla="*/ 18736 h 27275"/>
              <a:gd name="connsiteX7" fmla="*/ 46632 w 61762"/>
              <a:gd name="connsiteY7" fmla="*/ 18762 h 27275"/>
              <a:gd name="connsiteX8" fmla="*/ 32486 w 61762"/>
              <a:gd name="connsiteY8" fmla="*/ 3804 h 27275"/>
              <a:gd name="connsiteX9" fmla="*/ 10176 w 61762"/>
              <a:gd name="connsiteY9" fmla="*/ 27275 h 27275"/>
              <a:gd name="connsiteX10" fmla="*/ 0 w 61762"/>
              <a:gd name="connsiteY10" fmla="*/ 27250 h 2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1762" h="27275">
                <a:moveTo>
                  <a:pt x="0" y="27250"/>
                </a:moveTo>
                <a:lnTo>
                  <a:pt x="25834" y="0"/>
                </a:lnTo>
                <a:lnTo>
                  <a:pt x="39182" y="26"/>
                </a:lnTo>
                <a:lnTo>
                  <a:pt x="44490" y="5684"/>
                </a:lnTo>
                <a:lnTo>
                  <a:pt x="61762" y="23856"/>
                </a:lnTo>
                <a:lnTo>
                  <a:pt x="25181" y="23882"/>
                </a:lnTo>
                <a:lnTo>
                  <a:pt x="18315" y="18736"/>
                </a:lnTo>
                <a:lnTo>
                  <a:pt x="46632" y="18762"/>
                </a:lnTo>
                <a:lnTo>
                  <a:pt x="32486" y="3804"/>
                </a:lnTo>
                <a:lnTo>
                  <a:pt x="10176" y="27275"/>
                </a:lnTo>
                <a:lnTo>
                  <a:pt x="0" y="27250"/>
                </a:lnTo>
                <a:close/>
              </a:path>
            </a:pathLst>
          </a:custGeom>
          <a:solidFill>
            <a:srgbClr val="150A2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A12450AC-AA28-4B63-BC8B-36AD8C935F71}"/>
              </a:ext>
            </a:extLst>
          </p:cNvPr>
          <p:cNvSpPr txBox="1">
            <a:spLocks/>
          </p:cNvSpPr>
          <p:nvPr userDrawn="1"/>
        </p:nvSpPr>
        <p:spPr>
          <a:xfrm>
            <a:off x="3267799" y="841512"/>
            <a:ext cx="7061527" cy="42477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None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D2AEDC2A-1485-4995-9F6B-A3CA667D78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6412" y="437515"/>
            <a:ext cx="2515324" cy="424778"/>
          </a:xfrm>
        </p:spPr>
        <p:txBody>
          <a:bodyPr anchor="b">
            <a:normAutofit/>
          </a:bodyPr>
          <a:lstStyle>
            <a:lvl1pPr marL="48600" indent="0">
              <a:buNone/>
              <a:defRPr sz="12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l-PL"/>
              <a:t>Miesiąc, Rok</a:t>
            </a:r>
          </a:p>
        </p:txBody>
      </p:sp>
    </p:spTree>
    <p:extLst>
      <p:ext uri="{BB962C8B-B14F-4D97-AF65-F5344CB8AC3E}">
        <p14:creationId xmlns:p14="http://schemas.microsoft.com/office/powerpoint/2010/main" val="2264603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FF2B5EF4-FFF2-40B4-BE49-F238E27FC236}">
                <a16:creationId xmlns:a16="http://schemas.microsoft.com/office/drawing/2014/main" id="{9E5A501B-5D5D-4EE9-B5C1-64E515DCEA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F8697685-28BE-6A4F-8607-0AC8CBFEF5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-100000" contrast="-100000"/>
            <a:alphaModFix/>
          </a:blip>
          <a:stretch>
            <a:fillRect/>
          </a:stretch>
        </p:blipFill>
        <p:spPr>
          <a:xfrm>
            <a:off x="7138065" y="-1500532"/>
            <a:ext cx="10107870" cy="910789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8D06605-3C5B-6B41-9C3C-C14DA9926C0E}"/>
              </a:ext>
            </a:extLst>
          </p:cNvPr>
          <p:cNvSpPr txBox="1">
            <a:spLocks/>
          </p:cNvSpPr>
          <p:nvPr userDrawn="1"/>
        </p:nvSpPr>
        <p:spPr>
          <a:xfrm>
            <a:off x="1136543" y="887169"/>
            <a:ext cx="6001522" cy="50836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bg1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 algn="l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4942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ytuł Czy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4EC253FA-FCAA-8FE1-8077-8E3887C3B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l-PL"/>
              <a:t>Kliknij, aby dodać tytuł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798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0F8EB805-E047-1D98-B30A-E0444EAABD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3" name="Straight Connector 56">
            <a:extLst>
              <a:ext uri="{FF2B5EF4-FFF2-40B4-BE49-F238E27FC236}">
                <a16:creationId xmlns:a16="http://schemas.microsoft.com/office/drawing/2014/main" id="{23E73E1E-0B10-4473-BBA1-DC9D899BFCBD}"/>
              </a:ext>
            </a:extLst>
          </p:cNvPr>
          <p:cNvCxnSpPr>
            <a:cxnSpLocks/>
          </p:cNvCxnSpPr>
          <p:nvPr userDrawn="1"/>
        </p:nvCxnSpPr>
        <p:spPr>
          <a:xfrm>
            <a:off x="729171" y="1563709"/>
            <a:ext cx="1070964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">
            <a:extLst>
              <a:ext uri="{FF2B5EF4-FFF2-40B4-BE49-F238E27FC236}">
                <a16:creationId xmlns:a16="http://schemas.microsoft.com/office/drawing/2014/main" id="{0E2764F8-A326-4144-A133-0CCCE92A6D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3182" y="509593"/>
            <a:ext cx="10685638" cy="8846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l-PL"/>
              <a:t>Kliknij, aby dodać tytuł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662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is tre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ED4B1A7-E456-4BE3-86E7-AFFC032E3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3183" y="681037"/>
            <a:ext cx="4602588" cy="88467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/>
              <a:t>Spis treści</a:t>
            </a:r>
          </a:p>
        </p:txBody>
      </p:sp>
      <p:cxnSp>
        <p:nvCxnSpPr>
          <p:cNvPr id="13" name="Straight Connector 56">
            <a:extLst>
              <a:ext uri="{FF2B5EF4-FFF2-40B4-BE49-F238E27FC236}">
                <a16:creationId xmlns:a16="http://schemas.microsoft.com/office/drawing/2014/main" id="{2514E402-2D47-47BD-889F-18E1DF30E6C2}"/>
              </a:ext>
            </a:extLst>
          </p:cNvPr>
          <p:cNvCxnSpPr>
            <a:cxnSpLocks/>
          </p:cNvCxnSpPr>
          <p:nvPr userDrawn="1"/>
        </p:nvCxnSpPr>
        <p:spPr>
          <a:xfrm>
            <a:off x="729171" y="1694333"/>
            <a:ext cx="46266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rostokąt 2">
            <a:extLst>
              <a:ext uri="{FF2B5EF4-FFF2-40B4-BE49-F238E27FC236}">
                <a16:creationId xmlns:a16="http://schemas.microsoft.com/office/drawing/2014/main" id="{DE3421F6-F8D6-4AF7-B38D-B2DBD5796B65}"/>
              </a:ext>
            </a:extLst>
          </p:cNvPr>
          <p:cNvSpPr/>
          <p:nvPr userDrawn="1"/>
        </p:nvSpPr>
        <p:spPr>
          <a:xfrm>
            <a:off x="5728111" y="583233"/>
            <a:ext cx="5710706" cy="5691533"/>
          </a:xfrm>
          <a:prstGeom prst="rect">
            <a:avLst/>
          </a:prstGeom>
          <a:solidFill>
            <a:schemeClr val="accent4"/>
          </a:solidFill>
        </p:spPr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</a:pPr>
            <a:endParaRPr lang="pl-PL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ymbol zastępczy obrazu 7">
            <a:extLst>
              <a:ext uri="{FF2B5EF4-FFF2-40B4-BE49-F238E27FC236}">
                <a16:creationId xmlns:a16="http://schemas.microsoft.com/office/drawing/2014/main" id="{41B7F53C-2A2D-45BA-9378-AB8A8EDF554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52400" y="1824038"/>
            <a:ext cx="4609647" cy="4354512"/>
          </a:xfrm>
          <a:prstGeom prst="rect">
            <a:avLst/>
          </a:prstGeom>
          <a:pattFill prst="pct5">
            <a:fgClr>
              <a:schemeClr val="accent6"/>
            </a:fgClr>
            <a:bgClr>
              <a:schemeClr val="bg1"/>
            </a:bgClr>
          </a:pattFill>
        </p:spPr>
        <p:txBody>
          <a:bodyPr/>
          <a:lstStyle/>
          <a:p>
            <a:r>
              <a:rPr lang="pl-PL"/>
              <a:t>Kliknij ikonę, aby dodać obraz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CC8CF41-B253-4712-B765-E5C16313A23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936050" y="852230"/>
            <a:ext cx="5255972" cy="5153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pl-PL" dirty="0"/>
            </a:lvl1pPr>
            <a:lvl2pPr>
              <a:defRPr lang="pl-PL" dirty="0"/>
            </a:lvl2pPr>
            <a:lvl3pPr>
              <a:defRPr lang="pl-PL" dirty="0"/>
            </a:lvl3pPr>
            <a:lvl4pPr>
              <a:defRPr lang="pl-PL" dirty="0"/>
            </a:lvl4pPr>
            <a:lvl5pPr>
              <a:defRPr lang="en-US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0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56">
            <a:extLst>
              <a:ext uri="{FF2B5EF4-FFF2-40B4-BE49-F238E27FC236}">
                <a16:creationId xmlns:a16="http://schemas.microsoft.com/office/drawing/2014/main" id="{355474BD-04B0-4871-A0BA-A57CFBA5D090}"/>
              </a:ext>
            </a:extLst>
          </p:cNvPr>
          <p:cNvCxnSpPr>
            <a:cxnSpLocks/>
          </p:cNvCxnSpPr>
          <p:nvPr userDrawn="1"/>
        </p:nvCxnSpPr>
        <p:spPr>
          <a:xfrm>
            <a:off x="729171" y="1694333"/>
            <a:ext cx="1070964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Heading Top">
            <a:extLst>
              <a:ext uri="{FF2B5EF4-FFF2-40B4-BE49-F238E27FC236}">
                <a16:creationId xmlns:a16="http://schemas.microsoft.com/office/drawing/2014/main" id="{DBDB34F5-587D-4543-B13A-D306CB652BDC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3180" y="1825199"/>
            <a:ext cx="10699045" cy="66580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1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9pPr>
          </a:lstStyle>
          <a:p>
            <a:pPr lvl="0"/>
            <a:r>
              <a:rPr lang="pl-PL"/>
              <a:t>Tytuł</a:t>
            </a:r>
            <a:r>
              <a:t> </a:t>
            </a:r>
            <a:r>
              <a:rPr lang="pl-PL"/>
              <a:t>20</a:t>
            </a:r>
            <a:r>
              <a:t>p</a:t>
            </a:r>
            <a:r>
              <a:rPr lang="pl-PL"/>
              <a:t>k</a:t>
            </a:r>
            <a:r>
              <a:t>t</a:t>
            </a:r>
          </a:p>
          <a:p>
            <a:pPr lvl="1"/>
            <a:r>
              <a:rPr lang="pl-PL"/>
              <a:t>Podtytuł</a:t>
            </a:r>
            <a:r>
              <a:t> </a:t>
            </a:r>
            <a:r>
              <a:rPr lang="pl-PL"/>
              <a:t>20</a:t>
            </a:r>
            <a:r>
              <a:t>p</a:t>
            </a:r>
            <a:r>
              <a:rPr lang="pl-PL"/>
              <a:t>k</a:t>
            </a:r>
            <a:r>
              <a:t>t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5580E60-2D7B-4CAA-98CE-A88D0DC9F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3182" y="681037"/>
            <a:ext cx="10685638" cy="884670"/>
          </a:xfrm>
        </p:spPr>
        <p:txBody>
          <a:bodyPr/>
          <a:lstStyle>
            <a:lvl1pPr>
              <a:defRPr/>
            </a:lvl1pPr>
          </a:lstStyle>
          <a:p>
            <a:r>
              <a:rPr lang="pl-PL"/>
              <a:t>Kliknij, aby dodać tytuł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176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agłów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56">
            <a:extLst>
              <a:ext uri="{FF2B5EF4-FFF2-40B4-BE49-F238E27FC236}">
                <a16:creationId xmlns:a16="http://schemas.microsoft.com/office/drawing/2014/main" id="{355474BD-04B0-4871-A0BA-A57CFBA5D090}"/>
              </a:ext>
            </a:extLst>
          </p:cNvPr>
          <p:cNvCxnSpPr>
            <a:cxnSpLocks/>
          </p:cNvCxnSpPr>
          <p:nvPr userDrawn="1"/>
        </p:nvCxnSpPr>
        <p:spPr>
          <a:xfrm>
            <a:off x="729171" y="1694333"/>
            <a:ext cx="1070964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Heading Top">
            <a:extLst>
              <a:ext uri="{FF2B5EF4-FFF2-40B4-BE49-F238E27FC236}">
                <a16:creationId xmlns:a16="http://schemas.microsoft.com/office/drawing/2014/main" id="{8E2102DB-4613-4B2F-A899-FA2EE1A5D32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3180" y="1825199"/>
            <a:ext cx="10699045" cy="66580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1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9pPr>
          </a:lstStyle>
          <a:p>
            <a:pPr lvl="0"/>
            <a:r>
              <a:rPr lang="pl-PL"/>
              <a:t>Tytuł</a:t>
            </a:r>
            <a:r>
              <a:t> </a:t>
            </a:r>
            <a:r>
              <a:rPr lang="pl-PL"/>
              <a:t>20</a:t>
            </a:r>
            <a:r>
              <a:t>p</a:t>
            </a:r>
            <a:r>
              <a:rPr lang="pl-PL"/>
              <a:t>k</a:t>
            </a:r>
            <a:r>
              <a:t>t</a:t>
            </a:r>
          </a:p>
          <a:p>
            <a:pPr lvl="1"/>
            <a:r>
              <a:rPr lang="pl-PL"/>
              <a:t>Podtytuł</a:t>
            </a:r>
            <a:r>
              <a:t> </a:t>
            </a:r>
            <a:r>
              <a:rPr lang="pl-PL"/>
              <a:t>20</a:t>
            </a:r>
            <a:r>
              <a:t>p</a:t>
            </a:r>
            <a:r>
              <a:rPr lang="pl-PL"/>
              <a:t>k</a:t>
            </a:r>
            <a:r>
              <a:t>t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AEEB945D-82B3-4EF6-85C7-7B9A4E65E8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3182" y="681037"/>
            <a:ext cx="10685638" cy="884670"/>
          </a:xfrm>
        </p:spPr>
        <p:txBody>
          <a:bodyPr/>
          <a:lstStyle>
            <a:lvl1pPr>
              <a:defRPr/>
            </a:lvl1pPr>
          </a:lstStyle>
          <a:p>
            <a:r>
              <a:rPr lang="pl-PL"/>
              <a:t>Kliknij, aby dodać tytuł</a:t>
            </a:r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0147221-CB52-4EAC-B158-F1D08160E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82" y="2636837"/>
            <a:ext cx="10685638" cy="3540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8890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Podwójne nagłów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ing Top"/>
          <p:cNvSpPr>
            <a:spLocks noGrp="1"/>
          </p:cNvSpPr>
          <p:nvPr>
            <p:ph type="body" idx="10" hasCustomPrompt="1"/>
          </p:nvPr>
        </p:nvSpPr>
        <p:spPr>
          <a:xfrm>
            <a:off x="753180" y="1825200"/>
            <a:ext cx="10699045" cy="581276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1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9pPr>
          </a:lstStyle>
          <a:p>
            <a:pPr lvl="0"/>
            <a:r>
              <a:rPr lang="pl-PL"/>
              <a:t>Tytuł</a:t>
            </a:r>
            <a:r>
              <a:t> 1</a:t>
            </a:r>
            <a:r>
              <a:rPr lang="pl-PL"/>
              <a:t>8</a:t>
            </a:r>
            <a:r>
              <a:t> p</a:t>
            </a:r>
            <a:r>
              <a:rPr lang="pl-PL"/>
              <a:t>k</a:t>
            </a:r>
            <a:r>
              <a:t>t</a:t>
            </a:r>
          </a:p>
          <a:p>
            <a:pPr lvl="1"/>
            <a:r>
              <a:rPr lang="pl-PL"/>
              <a:t>Podtytuł</a:t>
            </a:r>
            <a:r>
              <a:t> 1</a:t>
            </a:r>
            <a:r>
              <a:rPr lang="pl-PL"/>
              <a:t>8</a:t>
            </a:r>
            <a:r>
              <a:t> p</a:t>
            </a:r>
            <a:r>
              <a:rPr lang="pl-PL"/>
              <a:t>k</a:t>
            </a:r>
            <a:r>
              <a:t>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EFFAACA-E2BD-45E5-8240-46A60B285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82" y="2526867"/>
            <a:ext cx="10685638" cy="13162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 sz="1600" dirty="0"/>
            </a:lvl1pPr>
            <a:lvl2pPr>
              <a:defRPr lang="pl-PL" sz="1400" dirty="0"/>
            </a:lvl2pPr>
            <a:lvl3pPr>
              <a:defRPr lang="pl-PL" sz="1200" dirty="0"/>
            </a:lvl3pPr>
            <a:lvl4pPr>
              <a:defRPr lang="pl-PL" sz="1100" dirty="0"/>
            </a:lvl4pPr>
            <a:lvl5pPr>
              <a:defRPr lang="en-US" sz="1100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14" name="Heading Top">
            <a:extLst>
              <a:ext uri="{FF2B5EF4-FFF2-40B4-BE49-F238E27FC236}">
                <a16:creationId xmlns:a16="http://schemas.microsoft.com/office/drawing/2014/main" id="{FD3E249A-1031-442D-8C38-020407BECFF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00" y="4162304"/>
            <a:ext cx="10699045" cy="581276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1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9pPr>
          </a:lstStyle>
          <a:p>
            <a:pPr lvl="0"/>
            <a:r>
              <a:rPr lang="pl-PL"/>
              <a:t>Tytuł 18 pkt</a:t>
            </a:r>
          </a:p>
          <a:p>
            <a:pPr lvl="1"/>
            <a:r>
              <a:rPr lang="pl-PL"/>
              <a:t>Podtytuł 18 pkt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F8223C4-09C4-4E16-A6B6-E6C083A7108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52400" y="4863971"/>
            <a:ext cx="10685638" cy="13162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 sz="1600" dirty="0"/>
            </a:lvl1pPr>
            <a:lvl2pPr>
              <a:defRPr lang="pl-PL" sz="1400" dirty="0"/>
            </a:lvl2pPr>
            <a:lvl3pPr>
              <a:defRPr lang="pl-PL" sz="1200" dirty="0"/>
            </a:lvl3pPr>
            <a:lvl4pPr>
              <a:defRPr lang="pl-PL" sz="1100" dirty="0"/>
            </a:lvl4pPr>
            <a:lvl5pPr>
              <a:defRPr lang="en-US" sz="1100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cxnSp>
        <p:nvCxnSpPr>
          <p:cNvPr id="17" name="Straight Connector 56">
            <a:extLst>
              <a:ext uri="{FF2B5EF4-FFF2-40B4-BE49-F238E27FC236}">
                <a16:creationId xmlns:a16="http://schemas.microsoft.com/office/drawing/2014/main" id="{D96D7BE8-9D89-4D59-8DCF-DEF25DF61ED2}"/>
              </a:ext>
            </a:extLst>
          </p:cNvPr>
          <p:cNvCxnSpPr>
            <a:cxnSpLocks/>
          </p:cNvCxnSpPr>
          <p:nvPr userDrawn="1"/>
        </p:nvCxnSpPr>
        <p:spPr>
          <a:xfrm>
            <a:off x="729171" y="1694333"/>
            <a:ext cx="1070964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">
            <a:extLst>
              <a:ext uri="{FF2B5EF4-FFF2-40B4-BE49-F238E27FC236}">
                <a16:creationId xmlns:a16="http://schemas.microsoft.com/office/drawing/2014/main" id="{6880328C-452C-431E-8C9A-56954A4D29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3182" y="681037"/>
            <a:ext cx="10685638" cy="884670"/>
          </a:xfrm>
        </p:spPr>
        <p:txBody>
          <a:bodyPr/>
          <a:lstStyle>
            <a:lvl1pPr>
              <a:defRPr/>
            </a:lvl1pPr>
          </a:lstStyle>
          <a:p>
            <a:r>
              <a:rPr lang="pl-PL"/>
              <a:t>Kliknij, aby dodać tytuł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108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86">
          <p15:clr>
            <a:srgbClr val="FBAE40"/>
          </p15:clr>
        </p15:guide>
        <p15:guide id="2" orient="horz" pos="3055">
          <p15:clr>
            <a:srgbClr val="FBAE40"/>
          </p15:clr>
        </p15:guide>
        <p15:guide id="3" orient="horz" pos="261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ytuł i Tre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l-PL"/>
              <a:t>Kliknij, aby dodać tytuł</a:t>
            </a:r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A394BFF-21C2-462F-9B94-46F6639A0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82" y="1825625"/>
            <a:ext cx="10685638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cxnSp>
        <p:nvCxnSpPr>
          <p:cNvPr id="7" name="Straight Connector 56">
            <a:extLst>
              <a:ext uri="{FF2B5EF4-FFF2-40B4-BE49-F238E27FC236}">
                <a16:creationId xmlns:a16="http://schemas.microsoft.com/office/drawing/2014/main" id="{7287922C-1CE4-4772-B805-B45ADADEDEB5}"/>
              </a:ext>
            </a:extLst>
          </p:cNvPr>
          <p:cNvCxnSpPr>
            <a:cxnSpLocks/>
          </p:cNvCxnSpPr>
          <p:nvPr userDrawn="1"/>
        </p:nvCxnSpPr>
        <p:spPr>
          <a:xfrm>
            <a:off x="729171" y="1694333"/>
            <a:ext cx="1070964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004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ZABLON ATEN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>
            <a:extLst>
              <a:ext uri="{FF2B5EF4-FFF2-40B4-BE49-F238E27FC236}">
                <a16:creationId xmlns:a16="http://schemas.microsoft.com/office/drawing/2014/main" id="{2F6C17F7-9324-407E-A922-F5FE2E9CF0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6125" y="1824039"/>
            <a:ext cx="10715932" cy="2678112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pl-PL"/>
              <a:t>Tytuł sekcji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47252" y="4589463"/>
            <a:ext cx="10704973" cy="150018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Podtytuł sekcji</a:t>
            </a:r>
            <a:endParaRPr lang="en-US"/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id="{D0D8AF71-47E3-4E78-8E4D-7789BF22A4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874" y="665163"/>
            <a:ext cx="2413399" cy="914400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960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5pPr>
              <a:defRPr/>
            </a:lvl5pPr>
          </a:lstStyle>
          <a:p>
            <a:pPr lvl="0"/>
            <a:r>
              <a:rPr lang="pl-PL"/>
              <a:t>01</a:t>
            </a:r>
          </a:p>
        </p:txBody>
      </p:sp>
      <p:cxnSp>
        <p:nvCxnSpPr>
          <p:cNvPr id="8" name="Straight Connector 56">
            <a:extLst>
              <a:ext uri="{FF2B5EF4-FFF2-40B4-BE49-F238E27FC236}">
                <a16:creationId xmlns:a16="http://schemas.microsoft.com/office/drawing/2014/main" id="{7205E6B3-0968-4EDE-968C-BAE768049DA1}"/>
              </a:ext>
            </a:extLst>
          </p:cNvPr>
          <p:cNvCxnSpPr>
            <a:cxnSpLocks/>
          </p:cNvCxnSpPr>
          <p:nvPr userDrawn="1"/>
        </p:nvCxnSpPr>
        <p:spPr>
          <a:xfrm>
            <a:off x="729171" y="1999131"/>
            <a:ext cx="1070964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10">
            <a:extLst>
              <a:ext uri="{FF2B5EF4-FFF2-40B4-BE49-F238E27FC236}">
                <a16:creationId xmlns:a16="http://schemas.microsoft.com/office/drawing/2014/main" id="{31E4A702-ED74-4830-90F4-DD21BF0D4D5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412" y="6102484"/>
            <a:ext cx="1191618" cy="32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908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05121FE-3D3C-E149-A074-802FE4723A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F73511-7208-8747-96BD-A20C61E650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412" y="6102484"/>
            <a:ext cx="1191618" cy="328173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3124ADE-852F-374A-8473-1AFC3B88273B}"/>
              </a:ext>
            </a:extLst>
          </p:cNvPr>
          <p:cNvSpPr txBox="1">
            <a:spLocks/>
          </p:cNvSpPr>
          <p:nvPr userDrawn="1"/>
        </p:nvSpPr>
        <p:spPr>
          <a:xfrm>
            <a:off x="9109153" y="6256625"/>
            <a:ext cx="2743200" cy="261059"/>
          </a:xfrm>
          <a:prstGeom prst="rect">
            <a:avLst/>
          </a:prstGeom>
        </p:spPr>
        <p:txBody>
          <a:bodyPr/>
          <a:lstStyle>
            <a:defPPr>
              <a:defRPr lang="en-P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E5EB150-88CA-394D-B2C5-497EA8D3CC4C}" type="slidenum">
              <a:rPr lang="en-PL" sz="900" smtClean="0">
                <a:solidFill>
                  <a:schemeClr val="bg1">
                    <a:alpha val="20214"/>
                  </a:schemeClr>
                </a:solidFill>
                <a:latin typeface="Trebuchet MS" panose="020B0703020202090204" pitchFamily="34" charset="0"/>
              </a:rPr>
              <a:pPr algn="r"/>
              <a:t>‹#›</a:t>
            </a:fld>
            <a:endParaRPr lang="en-PL" sz="900">
              <a:solidFill>
                <a:schemeClr val="bg1">
                  <a:alpha val="20214"/>
                </a:schemeClr>
              </a:solidFill>
              <a:latin typeface="Trebuchet MS" panose="020B070302020209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EF08025-FDC5-4834-A4BA-71EEAF3DB65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40768" y="3550024"/>
            <a:ext cx="9710464" cy="1226091"/>
          </a:xfrm>
        </p:spPr>
        <p:txBody>
          <a:bodyPr anchor="ctr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pl-PL"/>
              <a:t>Sekcja</a:t>
            </a:r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B701CEE-B9E2-44FF-8F87-379E7FF1706E}"/>
              </a:ext>
            </a:extLst>
          </p:cNvPr>
          <p:cNvSpPr txBox="1">
            <a:spLocks/>
          </p:cNvSpPr>
          <p:nvPr userDrawn="1"/>
        </p:nvSpPr>
        <p:spPr>
          <a:xfrm>
            <a:off x="1240768" y="2323933"/>
            <a:ext cx="9710464" cy="122609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>
                <a:solidFill>
                  <a:schemeClr val="bg1"/>
                </a:solidFill>
                <a:latin typeface="Arial Black" panose="020B0A040201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pl-PL" sz="2000"/>
              <a:t>Tytuł Sekcji</a:t>
            </a:r>
            <a:endParaRPr lang="en-US" sz="2000"/>
          </a:p>
        </p:txBody>
      </p:sp>
      <p:cxnSp>
        <p:nvCxnSpPr>
          <p:cNvPr id="16" name="Straight Connector 56">
            <a:extLst>
              <a:ext uri="{FF2B5EF4-FFF2-40B4-BE49-F238E27FC236}">
                <a16:creationId xmlns:a16="http://schemas.microsoft.com/office/drawing/2014/main" id="{5A4642FF-17CD-46A8-BB20-FDE7B72BF360}"/>
              </a:ext>
            </a:extLst>
          </p:cNvPr>
          <p:cNvCxnSpPr>
            <a:cxnSpLocks/>
          </p:cNvCxnSpPr>
          <p:nvPr userDrawn="1"/>
        </p:nvCxnSpPr>
        <p:spPr>
          <a:xfrm>
            <a:off x="3424590" y="3275724"/>
            <a:ext cx="534282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2283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05121FE-3D3C-E149-A074-802FE4723A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F73511-7208-8747-96BD-A20C61E650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412" y="6102484"/>
            <a:ext cx="1191618" cy="328173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3124ADE-852F-374A-8473-1AFC3B88273B}"/>
              </a:ext>
            </a:extLst>
          </p:cNvPr>
          <p:cNvSpPr txBox="1">
            <a:spLocks/>
          </p:cNvSpPr>
          <p:nvPr userDrawn="1"/>
        </p:nvSpPr>
        <p:spPr>
          <a:xfrm>
            <a:off x="9109153" y="6256625"/>
            <a:ext cx="2743200" cy="261059"/>
          </a:xfrm>
          <a:prstGeom prst="rect">
            <a:avLst/>
          </a:prstGeom>
        </p:spPr>
        <p:txBody>
          <a:bodyPr/>
          <a:lstStyle>
            <a:defPPr>
              <a:defRPr lang="en-P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E5EB150-88CA-394D-B2C5-497EA8D3CC4C}" type="slidenum">
              <a:rPr lang="en-PL" sz="900" smtClean="0">
                <a:solidFill>
                  <a:schemeClr val="bg1">
                    <a:alpha val="20214"/>
                  </a:schemeClr>
                </a:solidFill>
                <a:latin typeface="Trebuchet MS" panose="020B0703020202090204" pitchFamily="34" charset="0"/>
              </a:rPr>
              <a:pPr algn="r"/>
              <a:t>‹#›</a:t>
            </a:fld>
            <a:endParaRPr lang="en-PL" sz="900">
              <a:solidFill>
                <a:schemeClr val="bg1">
                  <a:alpha val="20214"/>
                </a:schemeClr>
              </a:solidFill>
              <a:latin typeface="Trebuchet MS" panose="020B070302020209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EF08025-FDC5-4834-A4BA-71EEAF3DB65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40768" y="2815955"/>
            <a:ext cx="9710464" cy="1226091"/>
          </a:xfrm>
        </p:spPr>
        <p:txBody>
          <a:bodyPr anchor="ctr">
            <a:norm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pl-PL"/>
              <a:t>Sekcja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427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olumn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l-PL"/>
              <a:t>Kliknij, aby dodać tytuł</a:t>
            </a:r>
            <a:endParaRPr lang="en-GB"/>
          </a:p>
        </p:txBody>
      </p:sp>
      <p:sp>
        <p:nvSpPr>
          <p:cNvPr id="4" name="Content Right"/>
          <p:cNvSpPr>
            <a:spLocks noGrp="1"/>
          </p:cNvSpPr>
          <p:nvPr>
            <p:ph idx="12"/>
          </p:nvPr>
        </p:nvSpPr>
        <p:spPr>
          <a:xfrm>
            <a:off x="6386286" y="1825200"/>
            <a:ext cx="5065939" cy="43533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pl-PL"/>
            </a:lvl1pPr>
            <a:lvl2pPr>
              <a:defRPr lang="pl-PL"/>
            </a:lvl2pPr>
            <a:lvl3pPr>
              <a:defRPr lang="pl-PL"/>
            </a:lvl3pPr>
            <a:lvl4pPr>
              <a:defRPr lang="pl-PL"/>
            </a:lvl4pPr>
            <a:lvl5pPr>
              <a:defRPr lang="en-GB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cxnSp>
        <p:nvCxnSpPr>
          <p:cNvPr id="5" name="Straight Connector 56">
            <a:extLst>
              <a:ext uri="{FF2B5EF4-FFF2-40B4-BE49-F238E27FC236}">
                <a16:creationId xmlns:a16="http://schemas.microsoft.com/office/drawing/2014/main" id="{78F46AC1-9625-4887-A953-8CE2DE8FD7A9}"/>
              </a:ext>
            </a:extLst>
          </p:cNvPr>
          <p:cNvCxnSpPr>
            <a:cxnSpLocks/>
          </p:cNvCxnSpPr>
          <p:nvPr userDrawn="1"/>
        </p:nvCxnSpPr>
        <p:spPr>
          <a:xfrm>
            <a:off x="729171" y="1694333"/>
            <a:ext cx="1070964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7F220A4-792A-4C2D-941F-67165356E96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53182" y="1825625"/>
            <a:ext cx="5069768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8250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21">
          <p15:clr>
            <a:srgbClr val="FBAE40"/>
          </p15:clr>
        </p15:guide>
        <p15:guide id="2" pos="366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olumny z Nagłów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l-PL"/>
              <a:t>Kliknij, aby dodać tytuł</a:t>
            </a:r>
            <a:endParaRPr lang="en-GB"/>
          </a:p>
        </p:txBody>
      </p:sp>
      <p:cxnSp>
        <p:nvCxnSpPr>
          <p:cNvPr id="13" name="Straight Connector 56">
            <a:extLst>
              <a:ext uri="{FF2B5EF4-FFF2-40B4-BE49-F238E27FC236}">
                <a16:creationId xmlns:a16="http://schemas.microsoft.com/office/drawing/2014/main" id="{355474BD-04B0-4871-A0BA-A57CFBA5D090}"/>
              </a:ext>
            </a:extLst>
          </p:cNvPr>
          <p:cNvCxnSpPr>
            <a:cxnSpLocks/>
          </p:cNvCxnSpPr>
          <p:nvPr userDrawn="1"/>
        </p:nvCxnSpPr>
        <p:spPr>
          <a:xfrm>
            <a:off x="729171" y="1694333"/>
            <a:ext cx="1070964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Left">
            <a:extLst>
              <a:ext uri="{FF2B5EF4-FFF2-40B4-BE49-F238E27FC236}">
                <a16:creationId xmlns:a16="http://schemas.microsoft.com/office/drawing/2014/main" id="{77BD7299-D3D2-4B1F-A664-9E14F16CC23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53182" y="2630277"/>
            <a:ext cx="5065939" cy="35655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pl-PL" dirty="0"/>
            </a:lvl1pPr>
            <a:lvl2pPr>
              <a:defRPr lang="pl-PL" dirty="0"/>
            </a:lvl2pPr>
            <a:lvl3pPr>
              <a:defRPr lang="pl-PL" dirty="0"/>
            </a:lvl3pPr>
            <a:lvl4pPr>
              <a:defRPr lang="pl-PL" dirty="0"/>
            </a:lvl4pPr>
            <a:lvl5pPr>
              <a:defRPr lang="en-US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11" name="Content Right">
            <a:extLst>
              <a:ext uri="{FF2B5EF4-FFF2-40B4-BE49-F238E27FC236}">
                <a16:creationId xmlns:a16="http://schemas.microsoft.com/office/drawing/2014/main" id="{604390DD-143B-417D-9D17-A87D17D00F8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86286" y="2630277"/>
            <a:ext cx="5065939" cy="35655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pl-PL" dirty="0"/>
            </a:lvl1pPr>
            <a:lvl2pPr>
              <a:defRPr lang="pl-PL" dirty="0"/>
            </a:lvl2pPr>
            <a:lvl3pPr>
              <a:defRPr lang="pl-PL" dirty="0"/>
            </a:lvl3pPr>
            <a:lvl4pPr>
              <a:defRPr lang="pl-PL" dirty="0"/>
            </a:lvl4pPr>
            <a:lvl5pPr>
              <a:defRPr lang="en-GB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10" name="Heading Top">
            <a:extLst>
              <a:ext uri="{FF2B5EF4-FFF2-40B4-BE49-F238E27FC236}">
                <a16:creationId xmlns:a16="http://schemas.microsoft.com/office/drawing/2014/main" id="{F757B7A5-9FFE-47B2-8E9E-7A0F65DA2E5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3180" y="1825199"/>
            <a:ext cx="5065939" cy="66580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1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9pPr>
          </a:lstStyle>
          <a:p>
            <a:pPr lvl="0"/>
            <a:r>
              <a:rPr lang="pl-PL"/>
              <a:t>Tytuł</a:t>
            </a:r>
            <a:r>
              <a:t> </a:t>
            </a:r>
            <a:r>
              <a:rPr lang="pl-PL"/>
              <a:t>20</a:t>
            </a:r>
            <a:r>
              <a:t>p</a:t>
            </a:r>
            <a:r>
              <a:rPr lang="pl-PL"/>
              <a:t>k</a:t>
            </a:r>
            <a:r>
              <a:t>t</a:t>
            </a:r>
          </a:p>
          <a:p>
            <a:pPr lvl="1"/>
            <a:r>
              <a:rPr lang="pl-PL"/>
              <a:t>Podtytuł</a:t>
            </a:r>
            <a:r>
              <a:t> </a:t>
            </a:r>
            <a:r>
              <a:rPr lang="pl-PL"/>
              <a:t>20</a:t>
            </a:r>
            <a:r>
              <a:t>p</a:t>
            </a:r>
            <a:r>
              <a:rPr lang="pl-PL"/>
              <a:t>k</a:t>
            </a:r>
            <a:r>
              <a:t>t</a:t>
            </a:r>
          </a:p>
        </p:txBody>
      </p:sp>
      <p:sp>
        <p:nvSpPr>
          <p:cNvPr id="12" name="Heading Top">
            <a:extLst>
              <a:ext uri="{FF2B5EF4-FFF2-40B4-BE49-F238E27FC236}">
                <a16:creationId xmlns:a16="http://schemas.microsoft.com/office/drawing/2014/main" id="{2FE7FA23-74D0-4CCF-B7F6-CE574BD929A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383639" y="1825199"/>
            <a:ext cx="5065939" cy="66580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1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9pPr>
          </a:lstStyle>
          <a:p>
            <a:pPr lvl="0"/>
            <a:r>
              <a:rPr lang="pl-PL"/>
              <a:t>Tytuł</a:t>
            </a:r>
            <a:r>
              <a:t> </a:t>
            </a:r>
            <a:r>
              <a:rPr lang="pl-PL"/>
              <a:t>20</a:t>
            </a:r>
            <a:r>
              <a:t>p</a:t>
            </a:r>
            <a:r>
              <a:rPr lang="pl-PL"/>
              <a:t>k</a:t>
            </a:r>
            <a:r>
              <a:t>t</a:t>
            </a:r>
          </a:p>
          <a:p>
            <a:pPr lvl="1"/>
            <a:r>
              <a:rPr lang="pl-PL"/>
              <a:t>Podtytuł</a:t>
            </a:r>
            <a:r>
              <a:t> </a:t>
            </a:r>
            <a:r>
              <a:rPr lang="pl-PL"/>
              <a:t>20</a:t>
            </a:r>
            <a:r>
              <a:t>p</a:t>
            </a:r>
            <a:r>
              <a:rPr lang="pl-PL"/>
              <a:t>k</a:t>
            </a:r>
            <a: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758919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6">
          <p15:clr>
            <a:srgbClr val="FBAE40"/>
          </p15:clr>
        </p15:guide>
        <p15:guide id="2" pos="3668">
          <p15:clr>
            <a:srgbClr val="FBAE40"/>
          </p15:clr>
        </p15:guide>
        <p15:guide id="3" pos="401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Nagłów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l-PL"/>
              <a:t>Kliknij, aby dodać tytuł</a:t>
            </a:r>
            <a:endParaRPr lang="en-GB"/>
          </a:p>
        </p:txBody>
      </p:sp>
      <p:cxnSp>
        <p:nvCxnSpPr>
          <p:cNvPr id="13" name="Straight Connector 56">
            <a:extLst>
              <a:ext uri="{FF2B5EF4-FFF2-40B4-BE49-F238E27FC236}">
                <a16:creationId xmlns:a16="http://schemas.microsoft.com/office/drawing/2014/main" id="{355474BD-04B0-4871-A0BA-A57CFBA5D090}"/>
              </a:ext>
            </a:extLst>
          </p:cNvPr>
          <p:cNvCxnSpPr>
            <a:cxnSpLocks/>
          </p:cNvCxnSpPr>
          <p:nvPr userDrawn="1"/>
        </p:nvCxnSpPr>
        <p:spPr>
          <a:xfrm>
            <a:off x="729171" y="1694333"/>
            <a:ext cx="1070964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Heading Top">
            <a:extLst>
              <a:ext uri="{FF2B5EF4-FFF2-40B4-BE49-F238E27FC236}">
                <a16:creationId xmlns:a16="http://schemas.microsoft.com/office/drawing/2014/main" id="{E6FDFFF3-C034-4A5B-A60F-4FF0D51EE98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3180" y="1825199"/>
            <a:ext cx="5065939" cy="66580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1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9pPr>
          </a:lstStyle>
          <a:p>
            <a:pPr lvl="0"/>
            <a:r>
              <a:rPr lang="pl-PL"/>
              <a:t>Tytuł</a:t>
            </a:r>
            <a:r>
              <a:t> </a:t>
            </a:r>
            <a:r>
              <a:rPr lang="pl-PL"/>
              <a:t>20</a:t>
            </a:r>
            <a:r>
              <a:t>p</a:t>
            </a:r>
            <a:r>
              <a:rPr lang="pl-PL"/>
              <a:t>k</a:t>
            </a:r>
            <a:r>
              <a:t>t</a:t>
            </a:r>
          </a:p>
          <a:p>
            <a:pPr lvl="1"/>
            <a:r>
              <a:rPr lang="pl-PL"/>
              <a:t>Podtytuł</a:t>
            </a:r>
            <a:r>
              <a:t> </a:t>
            </a:r>
            <a:r>
              <a:rPr lang="pl-PL"/>
              <a:t>20</a:t>
            </a:r>
            <a:r>
              <a:t>p</a:t>
            </a:r>
            <a:r>
              <a:rPr lang="pl-PL"/>
              <a:t>k</a:t>
            </a:r>
            <a:r>
              <a:t>t</a:t>
            </a:r>
          </a:p>
        </p:txBody>
      </p:sp>
      <p:sp>
        <p:nvSpPr>
          <p:cNvPr id="8" name="Heading Top">
            <a:extLst>
              <a:ext uri="{FF2B5EF4-FFF2-40B4-BE49-F238E27FC236}">
                <a16:creationId xmlns:a16="http://schemas.microsoft.com/office/drawing/2014/main" id="{4C89BB76-05BE-4D46-BCFD-6B2970CE4151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383639" y="1825199"/>
            <a:ext cx="5065939" cy="66580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1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9pPr>
          </a:lstStyle>
          <a:p>
            <a:pPr lvl="0"/>
            <a:r>
              <a:rPr lang="pl-PL"/>
              <a:t>Tytuł</a:t>
            </a:r>
            <a:r>
              <a:t> </a:t>
            </a:r>
            <a:r>
              <a:rPr lang="pl-PL"/>
              <a:t>20</a:t>
            </a:r>
            <a:r>
              <a:t>p</a:t>
            </a:r>
            <a:r>
              <a:rPr lang="pl-PL"/>
              <a:t>k</a:t>
            </a:r>
            <a:r>
              <a:t>t</a:t>
            </a:r>
          </a:p>
          <a:p>
            <a:pPr lvl="1"/>
            <a:r>
              <a:rPr lang="pl-PL"/>
              <a:t>Podtytuł</a:t>
            </a:r>
            <a:r>
              <a:t> </a:t>
            </a:r>
            <a:r>
              <a:rPr lang="pl-PL"/>
              <a:t>20</a:t>
            </a:r>
            <a:r>
              <a:t>p</a:t>
            </a:r>
            <a:r>
              <a:rPr lang="pl-PL"/>
              <a:t>k</a:t>
            </a:r>
            <a: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4131677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6">
          <p15:clr>
            <a:srgbClr val="FBAE40"/>
          </p15:clr>
        </p15:guide>
        <p15:guide id="2" pos="3668">
          <p15:clr>
            <a:srgbClr val="FBAE40"/>
          </p15:clr>
        </p15:guide>
        <p15:guide id="3" pos="402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łówny Slaj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BB94A-B274-4C97-98F4-856FF0C09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82" y="1824039"/>
            <a:ext cx="10685638" cy="43529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8C57381-A558-4546-B2A1-AC9F3FA6A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lnSpc>
                <a:spcPct val="88000"/>
              </a:lnSpc>
              <a:defRPr/>
            </a:lvl1pPr>
          </a:lstStyle>
          <a:p>
            <a:r>
              <a:rPr lang="pl-PL"/>
              <a:t>Kliknij, aby edytować styl</a:t>
            </a:r>
          </a:p>
        </p:txBody>
      </p:sp>
      <p:cxnSp>
        <p:nvCxnSpPr>
          <p:cNvPr id="5" name="Straight Connector 56">
            <a:extLst>
              <a:ext uri="{FF2B5EF4-FFF2-40B4-BE49-F238E27FC236}">
                <a16:creationId xmlns:a16="http://schemas.microsoft.com/office/drawing/2014/main" id="{20599F36-9644-4782-8400-9A393C115A5F}"/>
              </a:ext>
            </a:extLst>
          </p:cNvPr>
          <p:cNvCxnSpPr>
            <a:cxnSpLocks/>
          </p:cNvCxnSpPr>
          <p:nvPr userDrawn="1"/>
        </p:nvCxnSpPr>
        <p:spPr>
          <a:xfrm>
            <a:off x="3003453" y="1694333"/>
            <a:ext cx="618509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6522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l-PL"/>
              <a:t>Kliknij, aby dodać tytuł</a:t>
            </a:r>
            <a:endParaRPr lang="en-GB"/>
          </a:p>
        </p:txBody>
      </p:sp>
      <p:sp>
        <p:nvSpPr>
          <p:cNvPr id="3" name="Content Left"/>
          <p:cNvSpPr>
            <a:spLocks noGrp="1"/>
          </p:cNvSpPr>
          <p:nvPr>
            <p:ph idx="11"/>
          </p:nvPr>
        </p:nvSpPr>
        <p:spPr>
          <a:xfrm>
            <a:off x="753182" y="1825200"/>
            <a:ext cx="5065939" cy="19691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pl-PL" dirty="0"/>
            </a:lvl1pPr>
            <a:lvl2pPr>
              <a:defRPr lang="pl-PL" dirty="0"/>
            </a:lvl2pPr>
            <a:lvl3pPr>
              <a:defRPr lang="pl-PL" dirty="0"/>
            </a:lvl3pPr>
            <a:lvl4pPr>
              <a:defRPr lang="pl-PL" dirty="0"/>
            </a:lvl4pPr>
            <a:lvl5pPr>
              <a:defRPr lang="en-US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idx="12"/>
          </p:nvPr>
        </p:nvSpPr>
        <p:spPr>
          <a:xfrm>
            <a:off x="6386286" y="1825201"/>
            <a:ext cx="5065939" cy="19691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pl-PL" dirty="0"/>
            </a:lvl1pPr>
            <a:lvl2pPr>
              <a:defRPr lang="pl-PL" dirty="0"/>
            </a:lvl2pPr>
            <a:lvl3pPr>
              <a:defRPr lang="pl-PL" dirty="0"/>
            </a:lvl3pPr>
            <a:lvl4pPr>
              <a:defRPr lang="pl-PL" dirty="0"/>
            </a:lvl4pPr>
            <a:lvl5pPr>
              <a:defRPr lang="en-GB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cxnSp>
        <p:nvCxnSpPr>
          <p:cNvPr id="5" name="Straight Connector 56">
            <a:extLst>
              <a:ext uri="{FF2B5EF4-FFF2-40B4-BE49-F238E27FC236}">
                <a16:creationId xmlns:a16="http://schemas.microsoft.com/office/drawing/2014/main" id="{78F46AC1-9625-4887-A953-8CE2DE8FD7A9}"/>
              </a:ext>
            </a:extLst>
          </p:cNvPr>
          <p:cNvCxnSpPr>
            <a:cxnSpLocks/>
          </p:cNvCxnSpPr>
          <p:nvPr userDrawn="1"/>
        </p:nvCxnSpPr>
        <p:spPr>
          <a:xfrm>
            <a:off x="729171" y="1694333"/>
            <a:ext cx="1070964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Left">
            <a:extLst>
              <a:ext uri="{FF2B5EF4-FFF2-40B4-BE49-F238E27FC236}">
                <a16:creationId xmlns:a16="http://schemas.microsoft.com/office/drawing/2014/main" id="{95E4EEA3-B415-4535-8A3D-C4D5F22BD40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53182" y="4213284"/>
            <a:ext cx="5065939" cy="19691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pl-PL" dirty="0"/>
            </a:lvl1pPr>
            <a:lvl2pPr>
              <a:defRPr lang="pl-PL" dirty="0"/>
            </a:lvl2pPr>
            <a:lvl3pPr>
              <a:defRPr lang="pl-PL" dirty="0"/>
            </a:lvl3pPr>
            <a:lvl4pPr>
              <a:defRPr lang="pl-PL" dirty="0"/>
            </a:lvl4pPr>
            <a:lvl5pPr>
              <a:defRPr lang="en-US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12" name="Content Right">
            <a:extLst>
              <a:ext uri="{FF2B5EF4-FFF2-40B4-BE49-F238E27FC236}">
                <a16:creationId xmlns:a16="http://schemas.microsoft.com/office/drawing/2014/main" id="{00EBF036-538C-435F-A119-9CD4B65CF98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86286" y="4213285"/>
            <a:ext cx="5065939" cy="19691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pl-PL" dirty="0"/>
            </a:lvl1pPr>
            <a:lvl2pPr>
              <a:defRPr lang="pl-PL" dirty="0"/>
            </a:lvl2pPr>
            <a:lvl3pPr>
              <a:defRPr lang="pl-PL" dirty="0"/>
            </a:lvl3pPr>
            <a:lvl4pPr>
              <a:defRPr lang="pl-PL" dirty="0"/>
            </a:lvl4pPr>
            <a:lvl5pPr>
              <a:defRPr lang="en-GB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3219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21">
          <p15:clr>
            <a:srgbClr val="FBAE40"/>
          </p15:clr>
        </p15:guide>
        <p15:guide id="2" pos="3668">
          <p15:clr>
            <a:srgbClr val="FBAE40"/>
          </p15:clr>
        </p15:guide>
        <p15:guide id="3" orient="horz" pos="2387">
          <p15:clr>
            <a:srgbClr val="FBAE40"/>
          </p15:clr>
        </p15:guide>
        <p15:guide id="4" orient="horz" pos="265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oxy z Nagłów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l-PL"/>
              <a:t>Kliknij, aby dodać tytuł</a:t>
            </a:r>
            <a:endParaRPr lang="en-GB"/>
          </a:p>
        </p:txBody>
      </p:sp>
      <p:cxnSp>
        <p:nvCxnSpPr>
          <p:cNvPr id="13" name="Straight Connector 56">
            <a:extLst>
              <a:ext uri="{FF2B5EF4-FFF2-40B4-BE49-F238E27FC236}">
                <a16:creationId xmlns:a16="http://schemas.microsoft.com/office/drawing/2014/main" id="{355474BD-04B0-4871-A0BA-A57CFBA5D090}"/>
              </a:ext>
            </a:extLst>
          </p:cNvPr>
          <p:cNvCxnSpPr>
            <a:cxnSpLocks/>
          </p:cNvCxnSpPr>
          <p:nvPr userDrawn="1"/>
        </p:nvCxnSpPr>
        <p:spPr>
          <a:xfrm>
            <a:off x="729171" y="1694333"/>
            <a:ext cx="1070964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Left">
            <a:extLst>
              <a:ext uri="{FF2B5EF4-FFF2-40B4-BE49-F238E27FC236}">
                <a16:creationId xmlns:a16="http://schemas.microsoft.com/office/drawing/2014/main" id="{69D878F3-BC55-404D-ABCA-42306372F2D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53182" y="2613026"/>
            <a:ext cx="5065939" cy="118130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dirty="0" smtClean="0"/>
            </a:lvl1pPr>
            <a:lvl2pPr>
              <a:defRPr sz="1400" dirty="0" smtClean="0"/>
            </a:lvl2pPr>
            <a:lvl3pPr>
              <a:defRPr sz="1400" dirty="0" smtClean="0"/>
            </a:lvl3pPr>
            <a:lvl4pPr>
              <a:defRPr sz="1400" dirty="0" smtClean="0"/>
            </a:lvl4pPr>
            <a:lvl5pPr>
              <a:defRPr sz="1400" dirty="0" smtClean="0"/>
            </a:lvl5pPr>
            <a:lvl6pPr>
              <a:defRPr sz="1200" dirty="0" smtClean="0"/>
            </a:lvl6pPr>
            <a:lvl7pPr>
              <a:defRPr sz="1200" dirty="0" smtClean="0"/>
            </a:lvl7pPr>
            <a:lvl8pPr>
              <a:defRPr sz="1200" dirty="0" smtClean="0"/>
            </a:lvl8pPr>
            <a:lvl9pPr>
              <a:defRPr sz="1200" dirty="0" smtClean="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8" name="Content Right">
            <a:extLst>
              <a:ext uri="{FF2B5EF4-FFF2-40B4-BE49-F238E27FC236}">
                <a16:creationId xmlns:a16="http://schemas.microsoft.com/office/drawing/2014/main" id="{3685E247-4E06-4D70-BB25-B6E07099967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86286" y="2613027"/>
            <a:ext cx="5065939" cy="118130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dirty="0" smtClean="0"/>
            </a:lvl1pPr>
            <a:lvl2pPr>
              <a:defRPr sz="1400" dirty="0" smtClean="0"/>
            </a:lvl2pPr>
            <a:lvl3pPr>
              <a:defRPr sz="1400" dirty="0" smtClean="0"/>
            </a:lvl3pPr>
            <a:lvl4pPr>
              <a:defRPr sz="1400" dirty="0" smtClean="0"/>
            </a:lvl4pPr>
            <a:lvl5pPr>
              <a:defRPr sz="1400" dirty="0" smtClean="0"/>
            </a:lvl5pPr>
            <a:lvl6pPr>
              <a:defRPr sz="1200" dirty="0" smtClean="0"/>
            </a:lvl6pPr>
            <a:lvl7pPr>
              <a:defRPr sz="1200" dirty="0" smtClean="0"/>
            </a:lvl7pPr>
            <a:lvl8pPr>
              <a:defRPr sz="1200" dirty="0" smtClean="0"/>
            </a:lvl8pPr>
            <a:lvl9pPr>
              <a:defRPr sz="1200" dirty="0" smtClean="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60C151F5-BD3D-4EC6-AA69-57F6A223D0E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752400" y="4999349"/>
            <a:ext cx="5065939" cy="118130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dirty="0" smtClean="0"/>
            </a:lvl1pPr>
            <a:lvl2pPr>
              <a:defRPr sz="1400" dirty="0" smtClean="0"/>
            </a:lvl2pPr>
            <a:lvl3pPr>
              <a:defRPr sz="1400" dirty="0" smtClean="0"/>
            </a:lvl3pPr>
            <a:lvl4pPr>
              <a:defRPr sz="1400" dirty="0" smtClean="0"/>
            </a:lvl4pPr>
            <a:lvl5pPr>
              <a:defRPr sz="1400" dirty="0" smtClean="0"/>
            </a:lvl5pPr>
            <a:lvl6pPr>
              <a:defRPr sz="1200" dirty="0" smtClean="0"/>
            </a:lvl6pPr>
            <a:lvl7pPr>
              <a:defRPr sz="1200" dirty="0" smtClean="0"/>
            </a:lvl7pPr>
            <a:lvl8pPr>
              <a:defRPr sz="1200" dirty="0" smtClean="0"/>
            </a:lvl8pPr>
            <a:lvl9pPr>
              <a:defRPr sz="1200" dirty="0" smtClean="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14" name="Content Right">
            <a:extLst>
              <a:ext uri="{FF2B5EF4-FFF2-40B4-BE49-F238E27FC236}">
                <a16:creationId xmlns:a16="http://schemas.microsoft.com/office/drawing/2014/main" id="{F7AE92DE-9A24-446E-A511-2157F42C693F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385918" y="4999350"/>
            <a:ext cx="5065939" cy="118130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dirty="0" smtClean="0"/>
            </a:lvl1pPr>
            <a:lvl2pPr>
              <a:defRPr sz="1400" dirty="0" smtClean="0"/>
            </a:lvl2pPr>
            <a:lvl3pPr>
              <a:defRPr sz="1400" dirty="0" smtClean="0"/>
            </a:lvl3pPr>
            <a:lvl4pPr>
              <a:defRPr sz="1400" dirty="0" smtClean="0"/>
            </a:lvl4pPr>
            <a:lvl5pPr>
              <a:defRPr sz="1400" dirty="0" smtClean="0"/>
            </a:lvl5pPr>
            <a:lvl6pPr>
              <a:defRPr sz="1200" dirty="0" smtClean="0"/>
            </a:lvl6pPr>
            <a:lvl7pPr>
              <a:defRPr sz="1200" dirty="0" smtClean="0"/>
            </a:lvl7pPr>
            <a:lvl8pPr>
              <a:defRPr sz="1200" dirty="0" smtClean="0"/>
            </a:lvl8pPr>
            <a:lvl9pPr>
              <a:defRPr sz="1200" dirty="0" smtClean="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15" name="Heading Top">
            <a:extLst>
              <a:ext uri="{FF2B5EF4-FFF2-40B4-BE49-F238E27FC236}">
                <a16:creationId xmlns:a16="http://schemas.microsoft.com/office/drawing/2014/main" id="{6DF5B171-4EDA-4005-9A36-D42BE84CCDC2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3180" y="1825199"/>
            <a:ext cx="5065939" cy="66580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1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9pPr>
          </a:lstStyle>
          <a:p>
            <a:pPr lvl="0"/>
            <a:r>
              <a:rPr lang="pl-PL"/>
              <a:t>Tytuł</a:t>
            </a:r>
            <a:r>
              <a:t> </a:t>
            </a:r>
            <a:r>
              <a:rPr lang="pl-PL"/>
              <a:t>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  <a:p>
            <a:pPr lvl="1"/>
            <a:r>
              <a:rPr lang="pl-PL"/>
              <a:t>Podtytuł 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</p:txBody>
      </p:sp>
      <p:sp>
        <p:nvSpPr>
          <p:cNvPr id="16" name="Heading Top">
            <a:extLst>
              <a:ext uri="{FF2B5EF4-FFF2-40B4-BE49-F238E27FC236}">
                <a16:creationId xmlns:a16="http://schemas.microsoft.com/office/drawing/2014/main" id="{28022EEB-1667-413A-A304-9359CBC4EF86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53180" y="4221163"/>
            <a:ext cx="5065939" cy="66580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1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9pPr>
          </a:lstStyle>
          <a:p>
            <a:pPr lvl="0"/>
            <a:r>
              <a:rPr lang="pl-PL"/>
              <a:t>Tytuł</a:t>
            </a:r>
            <a:r>
              <a:t> </a:t>
            </a:r>
            <a:r>
              <a:rPr lang="pl-PL"/>
              <a:t>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  <a:p>
            <a:pPr lvl="1"/>
            <a:r>
              <a:rPr lang="pl-PL"/>
              <a:t>Podtytuł 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</p:txBody>
      </p:sp>
      <p:sp>
        <p:nvSpPr>
          <p:cNvPr id="10" name="Heading Top">
            <a:extLst>
              <a:ext uri="{FF2B5EF4-FFF2-40B4-BE49-F238E27FC236}">
                <a16:creationId xmlns:a16="http://schemas.microsoft.com/office/drawing/2014/main" id="{2C03C092-F77E-4368-A4D7-EEFF94C696E1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72881" y="1825199"/>
            <a:ext cx="5065939" cy="66580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1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9pPr>
          </a:lstStyle>
          <a:p>
            <a:pPr lvl="0"/>
            <a:r>
              <a:rPr lang="pl-PL"/>
              <a:t>Tytuł</a:t>
            </a:r>
            <a:r>
              <a:t> </a:t>
            </a:r>
            <a:r>
              <a:rPr lang="pl-PL"/>
              <a:t>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  <a:p>
            <a:pPr lvl="1"/>
            <a:r>
              <a:rPr lang="pl-PL"/>
              <a:t>Podtytuł 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</p:txBody>
      </p:sp>
      <p:sp>
        <p:nvSpPr>
          <p:cNvPr id="11" name="Heading Top">
            <a:extLst>
              <a:ext uri="{FF2B5EF4-FFF2-40B4-BE49-F238E27FC236}">
                <a16:creationId xmlns:a16="http://schemas.microsoft.com/office/drawing/2014/main" id="{8FD6CE47-046F-44D8-AA4F-1FAD65DF8475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386286" y="4224223"/>
            <a:ext cx="5065939" cy="66580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1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9pPr>
          </a:lstStyle>
          <a:p>
            <a:pPr lvl="0"/>
            <a:r>
              <a:rPr lang="pl-PL"/>
              <a:t>Tytuł</a:t>
            </a:r>
            <a:r>
              <a:t> </a:t>
            </a:r>
            <a:r>
              <a:rPr lang="pl-PL"/>
              <a:t>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  <a:p>
            <a:pPr lvl="1"/>
            <a:r>
              <a:rPr lang="pl-PL"/>
              <a:t>Podtytuł 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201051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8">
          <p15:clr>
            <a:srgbClr val="FBAE40"/>
          </p15:clr>
        </p15:guide>
        <p15:guide id="2" pos="3668">
          <p15:clr>
            <a:srgbClr val="FBAE40"/>
          </p15:clr>
        </p15:guide>
        <p15:guide id="3" pos="4021">
          <p15:clr>
            <a:srgbClr val="FBAE40"/>
          </p15:clr>
        </p15:guide>
        <p15:guide id="4" orient="horz" pos="2659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oxy z Nagłów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l-PL"/>
              <a:t>Kliknij, aby dodać tytuł</a:t>
            </a:r>
            <a:endParaRPr lang="en-GB"/>
          </a:p>
        </p:txBody>
      </p:sp>
      <p:cxnSp>
        <p:nvCxnSpPr>
          <p:cNvPr id="13" name="Straight Connector 56">
            <a:extLst>
              <a:ext uri="{FF2B5EF4-FFF2-40B4-BE49-F238E27FC236}">
                <a16:creationId xmlns:a16="http://schemas.microsoft.com/office/drawing/2014/main" id="{355474BD-04B0-4871-A0BA-A57CFBA5D090}"/>
              </a:ext>
            </a:extLst>
          </p:cNvPr>
          <p:cNvCxnSpPr>
            <a:cxnSpLocks/>
          </p:cNvCxnSpPr>
          <p:nvPr userDrawn="1"/>
        </p:nvCxnSpPr>
        <p:spPr>
          <a:xfrm>
            <a:off x="729171" y="1694333"/>
            <a:ext cx="1070964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Heading Top">
            <a:extLst>
              <a:ext uri="{FF2B5EF4-FFF2-40B4-BE49-F238E27FC236}">
                <a16:creationId xmlns:a16="http://schemas.microsoft.com/office/drawing/2014/main" id="{6DF5B171-4EDA-4005-9A36-D42BE84CCDC2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3180" y="1825199"/>
            <a:ext cx="5065939" cy="66580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1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9pPr>
          </a:lstStyle>
          <a:p>
            <a:pPr lvl="0"/>
            <a:r>
              <a:rPr lang="pl-PL"/>
              <a:t>Tytuł</a:t>
            </a:r>
            <a:r>
              <a:t> </a:t>
            </a:r>
            <a:r>
              <a:rPr lang="pl-PL"/>
              <a:t>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  <a:p>
            <a:pPr lvl="1"/>
            <a:r>
              <a:rPr lang="pl-PL"/>
              <a:t>Podtytuł 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</p:txBody>
      </p:sp>
      <p:sp>
        <p:nvSpPr>
          <p:cNvPr id="16" name="Heading Top">
            <a:extLst>
              <a:ext uri="{FF2B5EF4-FFF2-40B4-BE49-F238E27FC236}">
                <a16:creationId xmlns:a16="http://schemas.microsoft.com/office/drawing/2014/main" id="{28022EEB-1667-413A-A304-9359CBC4EF86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53180" y="4221163"/>
            <a:ext cx="5065939" cy="66580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1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9pPr>
          </a:lstStyle>
          <a:p>
            <a:pPr lvl="0"/>
            <a:r>
              <a:rPr lang="pl-PL"/>
              <a:t>Tytuł</a:t>
            </a:r>
            <a:r>
              <a:t> </a:t>
            </a:r>
            <a:r>
              <a:rPr lang="pl-PL"/>
              <a:t>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  <a:p>
            <a:pPr lvl="1"/>
            <a:r>
              <a:rPr lang="pl-PL"/>
              <a:t>Podtytuł 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</p:txBody>
      </p:sp>
      <p:sp>
        <p:nvSpPr>
          <p:cNvPr id="10" name="Heading Top">
            <a:extLst>
              <a:ext uri="{FF2B5EF4-FFF2-40B4-BE49-F238E27FC236}">
                <a16:creationId xmlns:a16="http://schemas.microsoft.com/office/drawing/2014/main" id="{2C03C092-F77E-4368-A4D7-EEFF94C696E1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72881" y="1825199"/>
            <a:ext cx="5065939" cy="66580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1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9pPr>
          </a:lstStyle>
          <a:p>
            <a:pPr lvl="0"/>
            <a:r>
              <a:rPr lang="pl-PL"/>
              <a:t>Tytuł</a:t>
            </a:r>
            <a:r>
              <a:t> </a:t>
            </a:r>
            <a:r>
              <a:rPr lang="pl-PL"/>
              <a:t>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  <a:p>
            <a:pPr lvl="1"/>
            <a:r>
              <a:rPr lang="pl-PL"/>
              <a:t>Podtytuł 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</p:txBody>
      </p:sp>
      <p:sp>
        <p:nvSpPr>
          <p:cNvPr id="11" name="Heading Top">
            <a:extLst>
              <a:ext uri="{FF2B5EF4-FFF2-40B4-BE49-F238E27FC236}">
                <a16:creationId xmlns:a16="http://schemas.microsoft.com/office/drawing/2014/main" id="{8FD6CE47-046F-44D8-AA4F-1FAD65DF8475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386286" y="4224223"/>
            <a:ext cx="5065939" cy="66580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1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9pPr>
          </a:lstStyle>
          <a:p>
            <a:pPr lvl="0"/>
            <a:r>
              <a:rPr lang="pl-PL"/>
              <a:t>Tytuł</a:t>
            </a:r>
            <a:r>
              <a:t> </a:t>
            </a:r>
            <a:r>
              <a:rPr lang="pl-PL"/>
              <a:t>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  <a:p>
            <a:pPr lvl="1"/>
            <a:r>
              <a:rPr lang="pl-PL"/>
              <a:t>Podtytuł 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56642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8">
          <p15:clr>
            <a:srgbClr val="FBAE40"/>
          </p15:clr>
        </p15:guide>
        <p15:guide id="2" pos="3668">
          <p15:clr>
            <a:srgbClr val="FBAE40"/>
          </p15:clr>
        </p15:guide>
        <p15:guide id="3" pos="4021">
          <p15:clr>
            <a:srgbClr val="FBAE40"/>
          </p15:clr>
        </p15:guide>
        <p15:guide id="4" orient="horz" pos="2659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olumn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BB94A-B274-4C97-98F4-856FF0C09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82" y="1822960"/>
            <a:ext cx="3430198" cy="43529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8C57381-A558-4546-B2A1-AC9F3FA6A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lnSpc>
                <a:spcPct val="88000"/>
              </a:lnSpc>
              <a:defRPr/>
            </a:lvl1pPr>
          </a:lstStyle>
          <a:p>
            <a:r>
              <a:rPr lang="pl-PL"/>
              <a:t>Kliknij, aby edytować styl</a:t>
            </a:r>
          </a:p>
        </p:txBody>
      </p:sp>
      <p:cxnSp>
        <p:nvCxnSpPr>
          <p:cNvPr id="5" name="Straight Connector 56">
            <a:extLst>
              <a:ext uri="{FF2B5EF4-FFF2-40B4-BE49-F238E27FC236}">
                <a16:creationId xmlns:a16="http://schemas.microsoft.com/office/drawing/2014/main" id="{20599F36-9644-4782-8400-9A393C115A5F}"/>
              </a:ext>
            </a:extLst>
          </p:cNvPr>
          <p:cNvCxnSpPr>
            <a:cxnSpLocks/>
          </p:cNvCxnSpPr>
          <p:nvPr userDrawn="1"/>
        </p:nvCxnSpPr>
        <p:spPr>
          <a:xfrm>
            <a:off x="3003453" y="1694333"/>
            <a:ext cx="618509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EA7E53F-26B6-4FB7-B0CA-7C2581B6CBE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86616" y="1822960"/>
            <a:ext cx="3430198" cy="43529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DC865C-9959-4B62-AF49-60CCA8AD95E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20050" y="1822960"/>
            <a:ext cx="3430198" cy="43529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42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638">
          <p15:clr>
            <a:srgbClr val="FBAE40"/>
          </p15:clr>
        </p15:guide>
        <p15:guide id="3" pos="2751">
          <p15:clr>
            <a:srgbClr val="FBAE40"/>
          </p15:clr>
        </p15:guide>
        <p15:guide id="4" pos="4929">
          <p15:clr>
            <a:srgbClr val="FBAE40"/>
          </p15:clr>
        </p15:guide>
        <p15:guide id="5" pos="504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olumny z Nagłówkam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BB94A-B274-4C97-98F4-856FF0C09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82" y="2686050"/>
            <a:ext cx="3430198" cy="348983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 sz="1600" dirty="0"/>
            </a:lvl1pPr>
            <a:lvl2pPr>
              <a:defRPr lang="pl-PL" sz="1400" dirty="0"/>
            </a:lvl2pPr>
            <a:lvl3pPr>
              <a:defRPr lang="pl-PL" sz="1200" dirty="0"/>
            </a:lvl3pPr>
            <a:lvl4pPr>
              <a:defRPr lang="pl-PL" sz="1100" dirty="0"/>
            </a:lvl4pPr>
            <a:lvl5pPr>
              <a:defRPr lang="en-US" sz="1100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8C57381-A558-4546-B2A1-AC9F3FA6A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lnSpc>
                <a:spcPct val="88000"/>
              </a:lnSpc>
              <a:defRPr/>
            </a:lvl1pPr>
          </a:lstStyle>
          <a:p>
            <a:r>
              <a:rPr lang="pl-PL"/>
              <a:t>Kliknij, aby edytować styl</a:t>
            </a:r>
          </a:p>
        </p:txBody>
      </p:sp>
      <p:cxnSp>
        <p:nvCxnSpPr>
          <p:cNvPr id="5" name="Straight Connector 56">
            <a:extLst>
              <a:ext uri="{FF2B5EF4-FFF2-40B4-BE49-F238E27FC236}">
                <a16:creationId xmlns:a16="http://schemas.microsoft.com/office/drawing/2014/main" id="{20599F36-9644-4782-8400-9A393C115A5F}"/>
              </a:ext>
            </a:extLst>
          </p:cNvPr>
          <p:cNvCxnSpPr>
            <a:cxnSpLocks/>
          </p:cNvCxnSpPr>
          <p:nvPr userDrawn="1"/>
        </p:nvCxnSpPr>
        <p:spPr>
          <a:xfrm>
            <a:off x="3003453" y="1694333"/>
            <a:ext cx="618509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EA7E53F-26B6-4FB7-B0CA-7C2581B6CBE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86616" y="2686050"/>
            <a:ext cx="3430198" cy="348983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 sz="1600" dirty="0"/>
            </a:lvl1pPr>
            <a:lvl2pPr>
              <a:defRPr lang="pl-PL" sz="1400" dirty="0"/>
            </a:lvl2pPr>
            <a:lvl3pPr>
              <a:defRPr lang="pl-PL" sz="1200" dirty="0"/>
            </a:lvl3pPr>
            <a:lvl4pPr>
              <a:defRPr lang="pl-PL" sz="1100" dirty="0"/>
            </a:lvl4pPr>
            <a:lvl5pPr>
              <a:defRPr lang="en-US" sz="1100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DC865C-9959-4B62-AF49-60CCA8AD95E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20050" y="2686050"/>
            <a:ext cx="3430198" cy="348983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 sz="1600" dirty="0"/>
            </a:lvl1pPr>
            <a:lvl2pPr>
              <a:defRPr lang="pl-PL" sz="1400" dirty="0"/>
            </a:lvl2pPr>
            <a:lvl3pPr>
              <a:defRPr lang="pl-PL" sz="1200" dirty="0"/>
            </a:lvl3pPr>
            <a:lvl4pPr>
              <a:defRPr lang="pl-PL" sz="1100" dirty="0"/>
            </a:lvl4pPr>
            <a:lvl5pPr>
              <a:defRPr lang="en-US" sz="1100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10" name="Heading">
            <a:extLst>
              <a:ext uri="{FF2B5EF4-FFF2-40B4-BE49-F238E27FC236}">
                <a16:creationId xmlns:a16="http://schemas.microsoft.com/office/drawing/2014/main" id="{CC3AFBCB-0EDA-4C22-9A62-E9E41E3895A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389362" y="1825200"/>
            <a:ext cx="3435426" cy="6433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pl-PL" sz="1800" b="1" baseline="0" dirty="0" smtClean="0">
                <a:solidFill>
                  <a:schemeClr val="accent1"/>
                </a:solidFill>
                <a:ea typeface="+mj-ea"/>
              </a:defRPr>
            </a:lvl1pPr>
            <a:lvl2pPr>
              <a:defRPr lang="pl-PL" baseline="0" dirty="0">
                <a:solidFill>
                  <a:schemeClr val="accent1"/>
                </a:solidFill>
                <a:ea typeface="+mj-ea"/>
              </a:defRPr>
            </a:lvl2pPr>
          </a:lstStyle>
          <a:p>
            <a:pPr marL="0" lvl="0" indent="0">
              <a:buFont typeface="Arial" panose="020B0604020202020204" pitchFamily="34" charset="0"/>
              <a:buChar char="​"/>
            </a:pPr>
            <a:r>
              <a:rPr lang="pl-PL"/>
              <a:t>Tytuł 18 pkt</a:t>
            </a:r>
          </a:p>
          <a:p>
            <a:pPr marL="0" lvl="1" indent="0">
              <a:buFont typeface="Arial" panose="020B0604020202020204" pitchFamily="34" charset="0"/>
              <a:buChar char="​"/>
            </a:pPr>
            <a:r>
              <a:rPr lang="pl-PL"/>
              <a:t>Podtytuł 18 pkt</a:t>
            </a:r>
          </a:p>
        </p:txBody>
      </p:sp>
      <p:sp>
        <p:nvSpPr>
          <p:cNvPr id="11" name="Heading">
            <a:extLst>
              <a:ext uri="{FF2B5EF4-FFF2-40B4-BE49-F238E27FC236}">
                <a16:creationId xmlns:a16="http://schemas.microsoft.com/office/drawing/2014/main" id="{1ADE00B7-8438-4DB8-BEBE-BF7BFEC1EBF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003394" y="1825200"/>
            <a:ext cx="3435426" cy="6433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pl-PL" sz="1800" b="1" baseline="0" dirty="0" smtClean="0">
                <a:solidFill>
                  <a:schemeClr val="accent1"/>
                </a:solidFill>
                <a:ea typeface="+mj-ea"/>
              </a:defRPr>
            </a:lvl1pPr>
            <a:lvl2pPr>
              <a:defRPr lang="pl-PL" baseline="0" dirty="0">
                <a:solidFill>
                  <a:schemeClr val="accent1"/>
                </a:solidFill>
                <a:ea typeface="+mj-ea"/>
              </a:defRPr>
            </a:lvl2pPr>
          </a:lstStyle>
          <a:p>
            <a:pPr marL="0" lvl="0" indent="0">
              <a:buFont typeface="Arial" panose="020B0604020202020204" pitchFamily="34" charset="0"/>
              <a:buChar char="​"/>
            </a:pPr>
            <a:r>
              <a:rPr lang="pl-PL"/>
              <a:t>Tytuł 18 pkt</a:t>
            </a:r>
          </a:p>
          <a:p>
            <a:pPr marL="0" lvl="1" indent="0">
              <a:buFont typeface="Arial" panose="020B0604020202020204" pitchFamily="34" charset="0"/>
              <a:buChar char="​"/>
            </a:pPr>
            <a:r>
              <a:rPr lang="pl-PL"/>
              <a:t>Podtytuł 18 pkt</a:t>
            </a:r>
          </a:p>
        </p:txBody>
      </p:sp>
      <p:sp>
        <p:nvSpPr>
          <p:cNvPr id="12" name="Heading Top">
            <a:extLst>
              <a:ext uri="{FF2B5EF4-FFF2-40B4-BE49-F238E27FC236}">
                <a16:creationId xmlns:a16="http://schemas.microsoft.com/office/drawing/2014/main" id="{FFF2553C-520D-41C7-B379-A39585CD907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53180" y="1825199"/>
            <a:ext cx="3430199" cy="66580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1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9pPr>
          </a:lstStyle>
          <a:p>
            <a:pPr lvl="0"/>
            <a:r>
              <a:rPr lang="pl-PL"/>
              <a:t>Tytuł</a:t>
            </a:r>
            <a:r>
              <a:t> </a:t>
            </a:r>
            <a:r>
              <a:rPr lang="pl-PL"/>
              <a:t>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  <a:p>
            <a:pPr lvl="1"/>
            <a:r>
              <a:rPr lang="pl-PL"/>
              <a:t>Podtytuł 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242654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638">
          <p15:clr>
            <a:srgbClr val="FBAE40"/>
          </p15:clr>
        </p15:guide>
        <p15:guide id="3" pos="2751">
          <p15:clr>
            <a:srgbClr val="FBAE40"/>
          </p15:clr>
        </p15:guide>
        <p15:guide id="4" pos="4929">
          <p15:clr>
            <a:srgbClr val="FBAE40"/>
          </p15:clr>
        </p15:guide>
        <p15:guide id="5" pos="5042">
          <p15:clr>
            <a:srgbClr val="FBAE40"/>
          </p15:clr>
        </p15:guide>
        <p15:guide id="6" orient="horz" pos="168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Kolumny z Nagłówkam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C57381-A558-4546-B2A1-AC9F3FA6A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lnSpc>
                <a:spcPct val="88000"/>
              </a:lnSpc>
              <a:defRPr/>
            </a:lvl1pPr>
          </a:lstStyle>
          <a:p>
            <a:r>
              <a:rPr lang="pl-PL"/>
              <a:t>Kliknij, aby edytować styl</a:t>
            </a:r>
          </a:p>
        </p:txBody>
      </p:sp>
      <p:cxnSp>
        <p:nvCxnSpPr>
          <p:cNvPr id="5" name="Straight Connector 56">
            <a:extLst>
              <a:ext uri="{FF2B5EF4-FFF2-40B4-BE49-F238E27FC236}">
                <a16:creationId xmlns:a16="http://schemas.microsoft.com/office/drawing/2014/main" id="{20599F36-9644-4782-8400-9A393C115A5F}"/>
              </a:ext>
            </a:extLst>
          </p:cNvPr>
          <p:cNvCxnSpPr>
            <a:cxnSpLocks/>
          </p:cNvCxnSpPr>
          <p:nvPr userDrawn="1"/>
        </p:nvCxnSpPr>
        <p:spPr>
          <a:xfrm>
            <a:off x="3003453" y="1694333"/>
            <a:ext cx="618509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eading">
            <a:extLst>
              <a:ext uri="{FF2B5EF4-FFF2-40B4-BE49-F238E27FC236}">
                <a16:creationId xmlns:a16="http://schemas.microsoft.com/office/drawing/2014/main" id="{CC3AFBCB-0EDA-4C22-9A62-E9E41E3895A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389362" y="1825200"/>
            <a:ext cx="3435426" cy="6433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pl-PL" sz="1800" b="1" baseline="0" dirty="0" smtClean="0">
                <a:solidFill>
                  <a:schemeClr val="accent1"/>
                </a:solidFill>
                <a:ea typeface="+mj-ea"/>
              </a:defRPr>
            </a:lvl1pPr>
            <a:lvl2pPr>
              <a:defRPr lang="pl-PL" baseline="0" dirty="0">
                <a:solidFill>
                  <a:schemeClr val="accent1"/>
                </a:solidFill>
                <a:ea typeface="+mj-ea"/>
              </a:defRPr>
            </a:lvl2pPr>
          </a:lstStyle>
          <a:p>
            <a:pPr marL="0" lvl="0" indent="0">
              <a:buFont typeface="Arial" panose="020B0604020202020204" pitchFamily="34" charset="0"/>
              <a:buChar char="​"/>
            </a:pPr>
            <a:r>
              <a:rPr lang="pl-PL"/>
              <a:t>Tytuł 18 pkt</a:t>
            </a:r>
          </a:p>
          <a:p>
            <a:pPr marL="0" lvl="1" indent="0">
              <a:buFont typeface="Arial" panose="020B0604020202020204" pitchFamily="34" charset="0"/>
              <a:buChar char="​"/>
            </a:pPr>
            <a:r>
              <a:rPr lang="pl-PL"/>
              <a:t>Podtytuł 18 pkt</a:t>
            </a:r>
          </a:p>
        </p:txBody>
      </p:sp>
      <p:sp>
        <p:nvSpPr>
          <p:cNvPr id="11" name="Heading">
            <a:extLst>
              <a:ext uri="{FF2B5EF4-FFF2-40B4-BE49-F238E27FC236}">
                <a16:creationId xmlns:a16="http://schemas.microsoft.com/office/drawing/2014/main" id="{1ADE00B7-8438-4DB8-BEBE-BF7BFEC1EBF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003394" y="1825200"/>
            <a:ext cx="3435426" cy="6433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pl-PL" sz="1800" b="1" baseline="0" dirty="0" smtClean="0">
                <a:solidFill>
                  <a:schemeClr val="accent1"/>
                </a:solidFill>
                <a:ea typeface="+mj-ea"/>
              </a:defRPr>
            </a:lvl1pPr>
            <a:lvl2pPr>
              <a:defRPr lang="pl-PL" baseline="0" dirty="0">
                <a:solidFill>
                  <a:schemeClr val="accent1"/>
                </a:solidFill>
                <a:ea typeface="+mj-ea"/>
              </a:defRPr>
            </a:lvl2pPr>
          </a:lstStyle>
          <a:p>
            <a:pPr marL="0" lvl="0" indent="0">
              <a:buFont typeface="Arial" panose="020B0604020202020204" pitchFamily="34" charset="0"/>
              <a:buChar char="​"/>
            </a:pPr>
            <a:r>
              <a:rPr lang="pl-PL"/>
              <a:t>Tytuł 18 pkt</a:t>
            </a:r>
          </a:p>
          <a:p>
            <a:pPr marL="0" lvl="1" indent="0">
              <a:buFont typeface="Arial" panose="020B0604020202020204" pitchFamily="34" charset="0"/>
              <a:buChar char="​"/>
            </a:pPr>
            <a:r>
              <a:rPr lang="pl-PL"/>
              <a:t>Podtytuł 18 pkt</a:t>
            </a:r>
          </a:p>
        </p:txBody>
      </p:sp>
      <p:sp>
        <p:nvSpPr>
          <p:cNvPr id="12" name="Heading Top">
            <a:extLst>
              <a:ext uri="{FF2B5EF4-FFF2-40B4-BE49-F238E27FC236}">
                <a16:creationId xmlns:a16="http://schemas.microsoft.com/office/drawing/2014/main" id="{FFF2553C-520D-41C7-B379-A39585CD907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53180" y="1825199"/>
            <a:ext cx="3430199" cy="66580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1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9pPr>
          </a:lstStyle>
          <a:p>
            <a:pPr lvl="0"/>
            <a:r>
              <a:rPr lang="pl-PL"/>
              <a:t>Tytuł</a:t>
            </a:r>
            <a:r>
              <a:t> </a:t>
            </a:r>
            <a:r>
              <a:rPr lang="pl-PL"/>
              <a:t>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  <a:p>
            <a:pPr lvl="1"/>
            <a:r>
              <a:rPr lang="pl-PL"/>
              <a:t>Podtytuł 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874992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638">
          <p15:clr>
            <a:srgbClr val="FBAE40"/>
          </p15:clr>
        </p15:guide>
        <p15:guide id="3" pos="2751">
          <p15:clr>
            <a:srgbClr val="FBAE40"/>
          </p15:clr>
        </p15:guide>
        <p15:guide id="4" pos="4929">
          <p15:clr>
            <a:srgbClr val="FBAE40"/>
          </p15:clr>
        </p15:guide>
        <p15:guide id="5" pos="5042">
          <p15:clr>
            <a:srgbClr val="FBAE40"/>
          </p15:clr>
        </p15:guide>
        <p15:guide id="6" orient="horz" pos="168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oxó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BB94A-B274-4C97-98F4-856FF0C09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400" y="1825200"/>
            <a:ext cx="3430198" cy="19946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 sz="1600" dirty="0"/>
            </a:lvl1pPr>
            <a:lvl2pPr>
              <a:defRPr lang="pl-PL" sz="1400" dirty="0"/>
            </a:lvl2pPr>
            <a:lvl3pPr>
              <a:defRPr lang="pl-PL" sz="1200" dirty="0"/>
            </a:lvl3pPr>
            <a:lvl4pPr>
              <a:defRPr lang="pl-PL" sz="1100" dirty="0"/>
            </a:lvl4pPr>
            <a:lvl5pPr>
              <a:defRPr lang="en-US" sz="1100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8C57381-A558-4546-B2A1-AC9F3FA6A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lnSpc>
                <a:spcPct val="88000"/>
              </a:lnSpc>
              <a:defRPr/>
            </a:lvl1pPr>
          </a:lstStyle>
          <a:p>
            <a:r>
              <a:rPr lang="pl-PL"/>
              <a:t>Kliknij, aby edytować styl</a:t>
            </a:r>
          </a:p>
        </p:txBody>
      </p:sp>
      <p:cxnSp>
        <p:nvCxnSpPr>
          <p:cNvPr id="5" name="Straight Connector 56">
            <a:extLst>
              <a:ext uri="{FF2B5EF4-FFF2-40B4-BE49-F238E27FC236}">
                <a16:creationId xmlns:a16="http://schemas.microsoft.com/office/drawing/2014/main" id="{20599F36-9644-4782-8400-9A393C115A5F}"/>
              </a:ext>
            </a:extLst>
          </p:cNvPr>
          <p:cNvCxnSpPr>
            <a:cxnSpLocks/>
          </p:cNvCxnSpPr>
          <p:nvPr userDrawn="1"/>
        </p:nvCxnSpPr>
        <p:spPr>
          <a:xfrm>
            <a:off x="3003453" y="1694333"/>
            <a:ext cx="618509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E391A75-1637-437A-A962-B271221CF33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52400" y="4166337"/>
            <a:ext cx="3430198" cy="19946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 sz="1600" dirty="0"/>
            </a:lvl1pPr>
            <a:lvl2pPr>
              <a:defRPr lang="pl-PL" sz="1400" dirty="0"/>
            </a:lvl2pPr>
            <a:lvl3pPr>
              <a:defRPr lang="pl-PL" sz="1200" dirty="0"/>
            </a:lvl3pPr>
            <a:lvl4pPr>
              <a:defRPr lang="pl-PL" sz="1100" dirty="0"/>
            </a:lvl4pPr>
            <a:lvl5pPr>
              <a:defRPr lang="en-US" sz="1100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50A840E-7E1B-445C-8041-925F88A0520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80901" y="1825200"/>
            <a:ext cx="3430198" cy="19946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 sz="1600" dirty="0"/>
            </a:lvl1pPr>
            <a:lvl2pPr>
              <a:defRPr lang="pl-PL" sz="1400" dirty="0"/>
            </a:lvl2pPr>
            <a:lvl3pPr>
              <a:defRPr lang="pl-PL" sz="1200" dirty="0"/>
            </a:lvl3pPr>
            <a:lvl4pPr>
              <a:defRPr lang="pl-PL" sz="1100" dirty="0"/>
            </a:lvl4pPr>
            <a:lvl5pPr>
              <a:defRPr lang="en-US" sz="1100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96A6EF2-A2A3-4FAB-811E-4A8A5B1033A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380901" y="4166337"/>
            <a:ext cx="3430198" cy="19946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 sz="1600" dirty="0"/>
            </a:lvl1pPr>
            <a:lvl2pPr>
              <a:defRPr lang="pl-PL" sz="1400" dirty="0"/>
            </a:lvl2pPr>
            <a:lvl3pPr>
              <a:defRPr lang="pl-PL" sz="1200" dirty="0"/>
            </a:lvl3pPr>
            <a:lvl4pPr>
              <a:defRPr lang="pl-PL" sz="1100" dirty="0"/>
            </a:lvl4pPr>
            <a:lvl5pPr>
              <a:defRPr lang="en-US" sz="1100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5947932-7C95-4412-A0AE-87F91466FA3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22027" y="1825200"/>
            <a:ext cx="3430198" cy="19946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 sz="1600" dirty="0"/>
            </a:lvl1pPr>
            <a:lvl2pPr>
              <a:defRPr lang="pl-PL" sz="1400" dirty="0"/>
            </a:lvl2pPr>
            <a:lvl3pPr>
              <a:defRPr lang="pl-PL" sz="1200" dirty="0"/>
            </a:lvl3pPr>
            <a:lvl4pPr>
              <a:defRPr lang="pl-PL" sz="1100" dirty="0"/>
            </a:lvl4pPr>
            <a:lvl5pPr>
              <a:defRPr lang="en-US" sz="1100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7E57589-B261-4BE3-9A74-6402767A49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022027" y="4165200"/>
            <a:ext cx="3430198" cy="19946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 sz="1600" dirty="0"/>
            </a:lvl1pPr>
            <a:lvl2pPr>
              <a:defRPr lang="pl-PL" sz="1400" dirty="0"/>
            </a:lvl2pPr>
            <a:lvl3pPr>
              <a:defRPr lang="pl-PL" sz="1200" dirty="0"/>
            </a:lvl3pPr>
            <a:lvl4pPr>
              <a:defRPr lang="pl-PL" sz="1100" dirty="0"/>
            </a:lvl4pPr>
            <a:lvl5pPr>
              <a:defRPr lang="en-US" sz="1100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026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638">
          <p15:clr>
            <a:srgbClr val="FBAE40"/>
          </p15:clr>
        </p15:guide>
        <p15:guide id="3" pos="2751">
          <p15:clr>
            <a:srgbClr val="FBAE40"/>
          </p15:clr>
        </p15:guide>
        <p15:guide id="4" pos="4929">
          <p15:clr>
            <a:srgbClr val="FBAE40"/>
          </p15:clr>
        </p15:guide>
        <p15:guide id="5" pos="5042">
          <p15:clr>
            <a:srgbClr val="FBAE40"/>
          </p15:clr>
        </p15:guide>
        <p15:guide id="6" orient="horz" pos="261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oxów z Nagłówkam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C57381-A558-4546-B2A1-AC9F3FA6A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lnSpc>
                <a:spcPct val="88000"/>
              </a:lnSpc>
              <a:defRPr/>
            </a:lvl1pPr>
          </a:lstStyle>
          <a:p>
            <a:r>
              <a:rPr lang="pl-PL"/>
              <a:t>Kliknij, aby edytować styl</a:t>
            </a:r>
          </a:p>
        </p:txBody>
      </p:sp>
      <p:cxnSp>
        <p:nvCxnSpPr>
          <p:cNvPr id="5" name="Straight Connector 56">
            <a:extLst>
              <a:ext uri="{FF2B5EF4-FFF2-40B4-BE49-F238E27FC236}">
                <a16:creationId xmlns:a16="http://schemas.microsoft.com/office/drawing/2014/main" id="{20599F36-9644-4782-8400-9A393C115A5F}"/>
              </a:ext>
            </a:extLst>
          </p:cNvPr>
          <p:cNvCxnSpPr>
            <a:cxnSpLocks/>
          </p:cNvCxnSpPr>
          <p:nvPr userDrawn="1"/>
        </p:nvCxnSpPr>
        <p:spPr>
          <a:xfrm>
            <a:off x="3003453" y="1694333"/>
            <a:ext cx="618509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eading">
            <a:extLst>
              <a:ext uri="{FF2B5EF4-FFF2-40B4-BE49-F238E27FC236}">
                <a16:creationId xmlns:a16="http://schemas.microsoft.com/office/drawing/2014/main" id="{CC3AFBCB-0EDA-4C22-9A62-E9E41E3895A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389362" y="1825200"/>
            <a:ext cx="3435426" cy="6433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pl-PL" sz="1800" b="1" baseline="0" dirty="0" smtClean="0">
                <a:solidFill>
                  <a:schemeClr val="accent1"/>
                </a:solidFill>
                <a:ea typeface="+mj-ea"/>
              </a:defRPr>
            </a:lvl1pPr>
            <a:lvl2pPr>
              <a:defRPr lang="pl-PL" baseline="0" dirty="0">
                <a:solidFill>
                  <a:schemeClr val="accent1"/>
                </a:solidFill>
                <a:ea typeface="+mj-ea"/>
              </a:defRPr>
            </a:lvl2pPr>
          </a:lstStyle>
          <a:p>
            <a:pPr marL="0" lvl="0" indent="0">
              <a:buFont typeface="Arial" panose="020B0604020202020204" pitchFamily="34" charset="0"/>
              <a:buChar char="​"/>
            </a:pPr>
            <a:r>
              <a:rPr lang="pl-PL"/>
              <a:t>Tytuł 18 pkt</a:t>
            </a:r>
          </a:p>
          <a:p>
            <a:pPr marL="0" lvl="1" indent="0">
              <a:buFont typeface="Arial" panose="020B0604020202020204" pitchFamily="34" charset="0"/>
              <a:buChar char="​"/>
            </a:pPr>
            <a:r>
              <a:rPr lang="pl-PL"/>
              <a:t>Podtytuł 18 pkt</a:t>
            </a:r>
          </a:p>
        </p:txBody>
      </p:sp>
      <p:sp>
        <p:nvSpPr>
          <p:cNvPr id="11" name="Heading">
            <a:extLst>
              <a:ext uri="{FF2B5EF4-FFF2-40B4-BE49-F238E27FC236}">
                <a16:creationId xmlns:a16="http://schemas.microsoft.com/office/drawing/2014/main" id="{1ADE00B7-8438-4DB8-BEBE-BF7BFEC1EBF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003394" y="1825200"/>
            <a:ext cx="3435426" cy="6433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pl-PL" sz="1800" b="1" baseline="0" dirty="0" smtClean="0">
                <a:solidFill>
                  <a:schemeClr val="accent1"/>
                </a:solidFill>
                <a:ea typeface="+mj-ea"/>
              </a:defRPr>
            </a:lvl1pPr>
            <a:lvl2pPr>
              <a:defRPr lang="pl-PL" baseline="0" dirty="0">
                <a:solidFill>
                  <a:schemeClr val="accent1"/>
                </a:solidFill>
                <a:ea typeface="+mj-ea"/>
              </a:defRPr>
            </a:lvl2pPr>
          </a:lstStyle>
          <a:p>
            <a:pPr marL="0" lvl="0" indent="0">
              <a:buFont typeface="Arial" panose="020B0604020202020204" pitchFamily="34" charset="0"/>
              <a:buChar char="​"/>
            </a:pPr>
            <a:r>
              <a:rPr lang="pl-PL"/>
              <a:t>Tytuł 18 pkt</a:t>
            </a:r>
          </a:p>
          <a:p>
            <a:pPr marL="0" lvl="1" indent="0">
              <a:buFont typeface="Arial" panose="020B0604020202020204" pitchFamily="34" charset="0"/>
              <a:buChar char="​"/>
            </a:pPr>
            <a:r>
              <a:rPr lang="pl-PL"/>
              <a:t>Podtytuł 18 pkt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A3446BA-D470-4594-A994-624267C5AF2E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52400" y="2600732"/>
            <a:ext cx="3430198" cy="121912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 sz="1200" dirty="0"/>
            </a:lvl1pPr>
            <a:lvl2pPr>
              <a:defRPr lang="pl-PL" sz="1100" dirty="0"/>
            </a:lvl2pPr>
            <a:lvl3pPr>
              <a:defRPr lang="pl-PL" sz="1050" dirty="0"/>
            </a:lvl3pPr>
            <a:lvl4pPr>
              <a:defRPr lang="pl-PL" sz="1000" dirty="0"/>
            </a:lvl4pPr>
            <a:lvl5pPr>
              <a:defRPr lang="en-US" sz="1000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DC8506E-A54A-492D-A763-90ED22B67506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80901" y="2600732"/>
            <a:ext cx="3430198" cy="121912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 sz="1200" dirty="0"/>
            </a:lvl1pPr>
            <a:lvl2pPr>
              <a:defRPr lang="pl-PL" sz="1100" dirty="0"/>
            </a:lvl2pPr>
            <a:lvl3pPr>
              <a:defRPr lang="pl-PL" sz="1050" dirty="0"/>
            </a:lvl3pPr>
            <a:lvl4pPr>
              <a:defRPr lang="pl-PL" sz="1000" dirty="0"/>
            </a:lvl4pPr>
            <a:lvl5pPr>
              <a:defRPr lang="en-US" sz="1000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83A9E13-6C5C-4CE5-A030-28D635D6DC69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022027" y="2600732"/>
            <a:ext cx="3430198" cy="121912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 sz="1200" dirty="0"/>
            </a:lvl1pPr>
            <a:lvl2pPr>
              <a:defRPr lang="pl-PL" sz="1100" dirty="0"/>
            </a:lvl2pPr>
            <a:lvl3pPr>
              <a:defRPr lang="pl-PL" sz="1050" dirty="0"/>
            </a:lvl3pPr>
            <a:lvl4pPr>
              <a:defRPr lang="pl-PL" sz="1000" dirty="0"/>
            </a:lvl4pPr>
            <a:lvl5pPr>
              <a:defRPr lang="en-US" sz="1000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21" name="Heading">
            <a:extLst>
              <a:ext uri="{FF2B5EF4-FFF2-40B4-BE49-F238E27FC236}">
                <a16:creationId xmlns:a16="http://schemas.microsoft.com/office/drawing/2014/main" id="{31D55DF9-AE4B-4F6D-91EC-87B5BBE7CD69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752400" y="4182304"/>
            <a:ext cx="3435426" cy="6433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pl-PL" sz="1800" b="1" baseline="0" dirty="0" smtClean="0">
                <a:solidFill>
                  <a:schemeClr val="accent1"/>
                </a:solidFill>
                <a:ea typeface="+mj-ea"/>
              </a:defRPr>
            </a:lvl1pPr>
            <a:lvl2pPr>
              <a:defRPr lang="pl-PL" baseline="0" dirty="0">
                <a:solidFill>
                  <a:schemeClr val="accent1"/>
                </a:solidFill>
                <a:ea typeface="+mj-ea"/>
              </a:defRPr>
            </a:lvl2pPr>
          </a:lstStyle>
          <a:p>
            <a:pPr marL="0" lvl="0" indent="0">
              <a:buFont typeface="Arial" panose="020B0604020202020204" pitchFamily="34" charset="0"/>
              <a:buChar char="​"/>
            </a:pPr>
            <a:r>
              <a:rPr lang="pl-PL"/>
              <a:t>Tytuł 18 pkt</a:t>
            </a:r>
          </a:p>
          <a:p>
            <a:pPr marL="0" lvl="1" indent="0">
              <a:buFont typeface="Arial" panose="020B0604020202020204" pitchFamily="34" charset="0"/>
              <a:buChar char="​"/>
            </a:pPr>
            <a:r>
              <a:rPr lang="pl-PL"/>
              <a:t>Podtytuł 18 pkt</a:t>
            </a:r>
          </a:p>
        </p:txBody>
      </p:sp>
      <p:sp>
        <p:nvSpPr>
          <p:cNvPr id="22" name="Heading">
            <a:extLst>
              <a:ext uri="{FF2B5EF4-FFF2-40B4-BE49-F238E27FC236}">
                <a16:creationId xmlns:a16="http://schemas.microsoft.com/office/drawing/2014/main" id="{26E561C4-02A6-4ED8-8E1D-757579C04602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75957" y="4182304"/>
            <a:ext cx="3435426" cy="6433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pl-PL" sz="1800" b="1" baseline="0" dirty="0" smtClean="0">
                <a:solidFill>
                  <a:schemeClr val="accent1"/>
                </a:solidFill>
                <a:ea typeface="+mj-ea"/>
              </a:defRPr>
            </a:lvl1pPr>
            <a:lvl2pPr>
              <a:defRPr lang="pl-PL" baseline="0" dirty="0">
                <a:solidFill>
                  <a:schemeClr val="accent1"/>
                </a:solidFill>
                <a:ea typeface="+mj-ea"/>
              </a:defRPr>
            </a:lvl2pPr>
          </a:lstStyle>
          <a:p>
            <a:pPr marL="0" lvl="0" indent="0">
              <a:buFont typeface="Arial" panose="020B0604020202020204" pitchFamily="34" charset="0"/>
              <a:buChar char="​"/>
            </a:pPr>
            <a:r>
              <a:rPr lang="pl-PL"/>
              <a:t>Tytuł 18 pkt</a:t>
            </a:r>
          </a:p>
          <a:p>
            <a:pPr marL="0" lvl="1" indent="0">
              <a:buFont typeface="Arial" panose="020B0604020202020204" pitchFamily="34" charset="0"/>
              <a:buChar char="​"/>
            </a:pPr>
            <a:r>
              <a:rPr lang="pl-PL"/>
              <a:t>Podtytuł 18 pkt</a:t>
            </a:r>
          </a:p>
        </p:txBody>
      </p:sp>
      <p:sp>
        <p:nvSpPr>
          <p:cNvPr id="23" name="Heading">
            <a:extLst>
              <a:ext uri="{FF2B5EF4-FFF2-40B4-BE49-F238E27FC236}">
                <a16:creationId xmlns:a16="http://schemas.microsoft.com/office/drawing/2014/main" id="{7B1F0262-DA99-4C25-BD8A-9350E1AECE28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002800" y="4182304"/>
            <a:ext cx="3435426" cy="6433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pl-PL" sz="1800" b="1" baseline="0" dirty="0" smtClean="0">
                <a:solidFill>
                  <a:schemeClr val="accent1"/>
                </a:solidFill>
                <a:ea typeface="+mj-ea"/>
              </a:defRPr>
            </a:lvl1pPr>
            <a:lvl2pPr>
              <a:defRPr lang="pl-PL" baseline="0" dirty="0">
                <a:solidFill>
                  <a:schemeClr val="accent1"/>
                </a:solidFill>
                <a:ea typeface="+mj-ea"/>
              </a:defRPr>
            </a:lvl2pPr>
          </a:lstStyle>
          <a:p>
            <a:pPr marL="0" lvl="0" indent="0">
              <a:buFont typeface="Arial" panose="020B0604020202020204" pitchFamily="34" charset="0"/>
              <a:buChar char="​"/>
            </a:pPr>
            <a:r>
              <a:rPr lang="pl-PL"/>
              <a:t>Tytuł 18 pkt</a:t>
            </a:r>
          </a:p>
          <a:p>
            <a:pPr marL="0" lvl="1" indent="0">
              <a:buFont typeface="Arial" panose="020B0604020202020204" pitchFamily="34" charset="0"/>
              <a:buChar char="​"/>
            </a:pPr>
            <a:r>
              <a:rPr lang="pl-PL"/>
              <a:t>Podtytuł 18 pkt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0F4F1A9-37F0-46EE-8C8B-304570F18A4A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752400" y="4957836"/>
            <a:ext cx="3430198" cy="121912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 sz="1200" dirty="0"/>
            </a:lvl1pPr>
            <a:lvl2pPr>
              <a:defRPr lang="pl-PL" sz="1100" dirty="0"/>
            </a:lvl2pPr>
            <a:lvl3pPr>
              <a:defRPr lang="pl-PL" sz="1050" dirty="0"/>
            </a:lvl3pPr>
            <a:lvl4pPr>
              <a:defRPr lang="pl-PL" sz="1000" dirty="0"/>
            </a:lvl4pPr>
            <a:lvl5pPr>
              <a:defRPr lang="en-US" sz="1000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FB00065-B208-4319-ABF0-31B7CB4915D9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4381200" y="4957836"/>
            <a:ext cx="3430198" cy="121912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 sz="1200" dirty="0"/>
            </a:lvl1pPr>
            <a:lvl2pPr>
              <a:defRPr lang="pl-PL" sz="1100" dirty="0"/>
            </a:lvl2pPr>
            <a:lvl3pPr>
              <a:defRPr lang="pl-PL" sz="1050" dirty="0"/>
            </a:lvl3pPr>
            <a:lvl4pPr>
              <a:defRPr lang="pl-PL" sz="1000" dirty="0"/>
            </a:lvl4pPr>
            <a:lvl5pPr>
              <a:defRPr lang="en-US" sz="1000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BDAAFA8B-580D-4B0A-B0E7-BD2B2C7FC9BB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8020800" y="4957836"/>
            <a:ext cx="3430198" cy="121912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 sz="1200" dirty="0"/>
            </a:lvl1pPr>
            <a:lvl2pPr>
              <a:defRPr lang="pl-PL" sz="1100" dirty="0"/>
            </a:lvl2pPr>
            <a:lvl3pPr>
              <a:defRPr lang="pl-PL" sz="1050" dirty="0"/>
            </a:lvl3pPr>
            <a:lvl4pPr>
              <a:defRPr lang="pl-PL" sz="1000" dirty="0"/>
            </a:lvl4pPr>
            <a:lvl5pPr>
              <a:defRPr lang="en-US" sz="1000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17" name="Heading Top">
            <a:extLst>
              <a:ext uri="{FF2B5EF4-FFF2-40B4-BE49-F238E27FC236}">
                <a16:creationId xmlns:a16="http://schemas.microsoft.com/office/drawing/2014/main" id="{2FDC5918-EEBC-47FD-AE8A-745FAD0A457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753180" y="1825199"/>
            <a:ext cx="3430199" cy="66580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1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9pPr>
          </a:lstStyle>
          <a:p>
            <a:pPr lvl="0"/>
            <a:r>
              <a:rPr lang="pl-PL"/>
              <a:t>Tytuł</a:t>
            </a:r>
            <a:r>
              <a:t> </a:t>
            </a:r>
            <a:r>
              <a:rPr lang="pl-PL"/>
              <a:t>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  <a:p>
            <a:pPr lvl="1"/>
            <a:r>
              <a:rPr lang="pl-PL"/>
              <a:t>Podtytuł 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512983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638">
          <p15:clr>
            <a:srgbClr val="FBAE40"/>
          </p15:clr>
        </p15:guide>
        <p15:guide id="3" pos="2751">
          <p15:clr>
            <a:srgbClr val="FBAE40"/>
          </p15:clr>
        </p15:guide>
        <p15:guide id="4" pos="4929">
          <p15:clr>
            <a:srgbClr val="FBAE40"/>
          </p15:clr>
        </p15:guide>
        <p15:guide id="5" pos="5042">
          <p15:clr>
            <a:srgbClr val="FBAE40"/>
          </p15:clr>
        </p15:guide>
        <p15:guide id="6" orient="horz" pos="1638">
          <p15:clr>
            <a:srgbClr val="FBAE40"/>
          </p15:clr>
        </p15:guide>
        <p15:guide id="7" orient="horz" pos="2636">
          <p15:clr>
            <a:srgbClr val="FBAE40"/>
          </p15:clr>
        </p15:guide>
        <p15:guide id="8" orient="horz" pos="311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Boxów z Nagłówkam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C57381-A558-4546-B2A1-AC9F3FA6A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lnSpc>
                <a:spcPct val="88000"/>
              </a:lnSpc>
              <a:defRPr/>
            </a:lvl1pPr>
          </a:lstStyle>
          <a:p>
            <a:r>
              <a:rPr lang="pl-PL"/>
              <a:t>Kliknij, aby edytować styl</a:t>
            </a:r>
          </a:p>
        </p:txBody>
      </p:sp>
      <p:cxnSp>
        <p:nvCxnSpPr>
          <p:cNvPr id="5" name="Straight Connector 56">
            <a:extLst>
              <a:ext uri="{FF2B5EF4-FFF2-40B4-BE49-F238E27FC236}">
                <a16:creationId xmlns:a16="http://schemas.microsoft.com/office/drawing/2014/main" id="{20599F36-9644-4782-8400-9A393C115A5F}"/>
              </a:ext>
            </a:extLst>
          </p:cNvPr>
          <p:cNvCxnSpPr>
            <a:cxnSpLocks/>
          </p:cNvCxnSpPr>
          <p:nvPr userDrawn="1"/>
        </p:nvCxnSpPr>
        <p:spPr>
          <a:xfrm>
            <a:off x="3003453" y="1694333"/>
            <a:ext cx="618509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eading">
            <a:extLst>
              <a:ext uri="{FF2B5EF4-FFF2-40B4-BE49-F238E27FC236}">
                <a16:creationId xmlns:a16="http://schemas.microsoft.com/office/drawing/2014/main" id="{CC3AFBCB-0EDA-4C22-9A62-E9E41E3895A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389362" y="1825200"/>
            <a:ext cx="3435426" cy="6433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pl-PL" sz="1800" b="1" baseline="0" dirty="0" smtClean="0">
                <a:solidFill>
                  <a:schemeClr val="accent1"/>
                </a:solidFill>
                <a:ea typeface="+mj-ea"/>
              </a:defRPr>
            </a:lvl1pPr>
            <a:lvl2pPr>
              <a:defRPr lang="pl-PL" baseline="0" dirty="0">
                <a:solidFill>
                  <a:schemeClr val="accent1"/>
                </a:solidFill>
                <a:ea typeface="+mj-ea"/>
              </a:defRPr>
            </a:lvl2pPr>
          </a:lstStyle>
          <a:p>
            <a:pPr marL="0" lvl="0" indent="0">
              <a:buFont typeface="Arial" panose="020B0604020202020204" pitchFamily="34" charset="0"/>
              <a:buChar char="​"/>
            </a:pPr>
            <a:r>
              <a:rPr lang="pl-PL"/>
              <a:t>Tytuł 18 pkt</a:t>
            </a:r>
          </a:p>
          <a:p>
            <a:pPr marL="0" lvl="1" indent="0">
              <a:buFont typeface="Arial" panose="020B0604020202020204" pitchFamily="34" charset="0"/>
              <a:buChar char="​"/>
            </a:pPr>
            <a:r>
              <a:rPr lang="pl-PL"/>
              <a:t>Podtytuł 18 pkt</a:t>
            </a:r>
          </a:p>
        </p:txBody>
      </p:sp>
      <p:sp>
        <p:nvSpPr>
          <p:cNvPr id="11" name="Heading">
            <a:extLst>
              <a:ext uri="{FF2B5EF4-FFF2-40B4-BE49-F238E27FC236}">
                <a16:creationId xmlns:a16="http://schemas.microsoft.com/office/drawing/2014/main" id="{1ADE00B7-8438-4DB8-BEBE-BF7BFEC1EBF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003394" y="1825200"/>
            <a:ext cx="3435426" cy="6433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pl-PL" sz="1800" b="1" baseline="0" dirty="0" smtClean="0">
                <a:solidFill>
                  <a:schemeClr val="accent1"/>
                </a:solidFill>
                <a:ea typeface="+mj-ea"/>
              </a:defRPr>
            </a:lvl1pPr>
            <a:lvl2pPr>
              <a:defRPr lang="pl-PL" baseline="0" dirty="0">
                <a:solidFill>
                  <a:schemeClr val="accent1"/>
                </a:solidFill>
                <a:ea typeface="+mj-ea"/>
              </a:defRPr>
            </a:lvl2pPr>
          </a:lstStyle>
          <a:p>
            <a:pPr marL="0" lvl="0" indent="0">
              <a:buFont typeface="Arial" panose="020B0604020202020204" pitchFamily="34" charset="0"/>
              <a:buChar char="​"/>
            </a:pPr>
            <a:r>
              <a:rPr lang="pl-PL"/>
              <a:t>Tytuł 18 pkt</a:t>
            </a:r>
          </a:p>
          <a:p>
            <a:pPr marL="0" lvl="1" indent="0">
              <a:buFont typeface="Arial" panose="020B0604020202020204" pitchFamily="34" charset="0"/>
              <a:buChar char="​"/>
            </a:pPr>
            <a:r>
              <a:rPr lang="pl-PL"/>
              <a:t>Podtytuł 18 pkt</a:t>
            </a:r>
          </a:p>
        </p:txBody>
      </p:sp>
      <p:sp>
        <p:nvSpPr>
          <p:cNvPr id="21" name="Heading">
            <a:extLst>
              <a:ext uri="{FF2B5EF4-FFF2-40B4-BE49-F238E27FC236}">
                <a16:creationId xmlns:a16="http://schemas.microsoft.com/office/drawing/2014/main" id="{31D55DF9-AE4B-4F6D-91EC-87B5BBE7CD69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752400" y="4182304"/>
            <a:ext cx="3435426" cy="6433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pl-PL" sz="1800" b="1" baseline="0" dirty="0" smtClean="0">
                <a:solidFill>
                  <a:schemeClr val="accent1"/>
                </a:solidFill>
                <a:ea typeface="+mj-ea"/>
              </a:defRPr>
            </a:lvl1pPr>
            <a:lvl2pPr>
              <a:defRPr lang="pl-PL" baseline="0" dirty="0">
                <a:solidFill>
                  <a:schemeClr val="accent1"/>
                </a:solidFill>
                <a:ea typeface="+mj-ea"/>
              </a:defRPr>
            </a:lvl2pPr>
          </a:lstStyle>
          <a:p>
            <a:pPr marL="0" lvl="0" indent="0">
              <a:buFont typeface="Arial" panose="020B0604020202020204" pitchFamily="34" charset="0"/>
              <a:buChar char="​"/>
            </a:pPr>
            <a:r>
              <a:rPr lang="pl-PL"/>
              <a:t>Tytuł 18 pkt</a:t>
            </a:r>
          </a:p>
          <a:p>
            <a:pPr marL="0" lvl="1" indent="0">
              <a:buFont typeface="Arial" panose="020B0604020202020204" pitchFamily="34" charset="0"/>
              <a:buChar char="​"/>
            </a:pPr>
            <a:r>
              <a:rPr lang="pl-PL"/>
              <a:t>Podtytuł 18 pkt</a:t>
            </a:r>
          </a:p>
        </p:txBody>
      </p:sp>
      <p:sp>
        <p:nvSpPr>
          <p:cNvPr id="22" name="Heading">
            <a:extLst>
              <a:ext uri="{FF2B5EF4-FFF2-40B4-BE49-F238E27FC236}">
                <a16:creationId xmlns:a16="http://schemas.microsoft.com/office/drawing/2014/main" id="{26E561C4-02A6-4ED8-8E1D-757579C04602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75957" y="4182304"/>
            <a:ext cx="3435426" cy="6433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pl-PL" sz="1800" b="1" baseline="0" dirty="0" smtClean="0">
                <a:solidFill>
                  <a:schemeClr val="accent1"/>
                </a:solidFill>
                <a:ea typeface="+mj-ea"/>
              </a:defRPr>
            </a:lvl1pPr>
            <a:lvl2pPr>
              <a:defRPr lang="pl-PL" baseline="0" dirty="0">
                <a:solidFill>
                  <a:schemeClr val="accent1"/>
                </a:solidFill>
                <a:ea typeface="+mj-ea"/>
              </a:defRPr>
            </a:lvl2pPr>
          </a:lstStyle>
          <a:p>
            <a:pPr marL="0" lvl="0" indent="0">
              <a:buFont typeface="Arial" panose="020B0604020202020204" pitchFamily="34" charset="0"/>
              <a:buChar char="​"/>
            </a:pPr>
            <a:r>
              <a:rPr lang="pl-PL"/>
              <a:t>Tytuł 18 pkt</a:t>
            </a:r>
          </a:p>
          <a:p>
            <a:pPr marL="0" lvl="1" indent="0">
              <a:buFont typeface="Arial" panose="020B0604020202020204" pitchFamily="34" charset="0"/>
              <a:buChar char="​"/>
            </a:pPr>
            <a:r>
              <a:rPr lang="pl-PL"/>
              <a:t>Podtytuł 18 pkt</a:t>
            </a:r>
          </a:p>
        </p:txBody>
      </p:sp>
      <p:sp>
        <p:nvSpPr>
          <p:cNvPr id="23" name="Heading">
            <a:extLst>
              <a:ext uri="{FF2B5EF4-FFF2-40B4-BE49-F238E27FC236}">
                <a16:creationId xmlns:a16="http://schemas.microsoft.com/office/drawing/2014/main" id="{7B1F0262-DA99-4C25-BD8A-9350E1AECE28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002800" y="4182304"/>
            <a:ext cx="3435426" cy="64336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pl-PL" sz="1800" b="1" baseline="0" dirty="0" smtClean="0">
                <a:solidFill>
                  <a:schemeClr val="accent1"/>
                </a:solidFill>
                <a:ea typeface="+mj-ea"/>
              </a:defRPr>
            </a:lvl1pPr>
            <a:lvl2pPr>
              <a:defRPr lang="pl-PL" baseline="0" dirty="0">
                <a:solidFill>
                  <a:schemeClr val="accent1"/>
                </a:solidFill>
                <a:ea typeface="+mj-ea"/>
              </a:defRPr>
            </a:lvl2pPr>
          </a:lstStyle>
          <a:p>
            <a:pPr marL="0" lvl="0" indent="0">
              <a:buFont typeface="Arial" panose="020B0604020202020204" pitchFamily="34" charset="0"/>
              <a:buChar char="​"/>
            </a:pPr>
            <a:r>
              <a:rPr lang="pl-PL"/>
              <a:t>Tytuł 18 pkt</a:t>
            </a:r>
          </a:p>
          <a:p>
            <a:pPr marL="0" lvl="1" indent="0">
              <a:buFont typeface="Arial" panose="020B0604020202020204" pitchFamily="34" charset="0"/>
              <a:buChar char="​"/>
            </a:pPr>
            <a:r>
              <a:rPr lang="pl-PL"/>
              <a:t>Podtytuł 18 pkt</a:t>
            </a:r>
          </a:p>
        </p:txBody>
      </p:sp>
      <p:sp>
        <p:nvSpPr>
          <p:cNvPr id="17" name="Heading Top">
            <a:extLst>
              <a:ext uri="{FF2B5EF4-FFF2-40B4-BE49-F238E27FC236}">
                <a16:creationId xmlns:a16="http://schemas.microsoft.com/office/drawing/2014/main" id="{2FDC5918-EEBC-47FD-AE8A-745FAD0A457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753180" y="1825199"/>
            <a:ext cx="3430199" cy="66580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1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200" baseline="0">
                <a:latin typeface="+mj-lt"/>
                <a:ea typeface="+mj-ea"/>
              </a:defRPr>
            </a:lvl9pPr>
          </a:lstStyle>
          <a:p>
            <a:pPr lvl="0"/>
            <a:r>
              <a:rPr lang="pl-PL"/>
              <a:t>Tytuł</a:t>
            </a:r>
            <a:r>
              <a:t> </a:t>
            </a:r>
            <a:r>
              <a:rPr lang="pl-PL"/>
              <a:t>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  <a:p>
            <a:pPr lvl="1"/>
            <a:r>
              <a:rPr lang="pl-PL"/>
              <a:t>Podtytuł 18 </a:t>
            </a:r>
            <a:r>
              <a:t>p</a:t>
            </a:r>
            <a:r>
              <a:rPr lang="pl-PL"/>
              <a:t>k</a:t>
            </a:r>
            <a: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370128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638">
          <p15:clr>
            <a:srgbClr val="FBAE40"/>
          </p15:clr>
        </p15:guide>
        <p15:guide id="3" pos="2751">
          <p15:clr>
            <a:srgbClr val="FBAE40"/>
          </p15:clr>
        </p15:guide>
        <p15:guide id="4" pos="4929">
          <p15:clr>
            <a:srgbClr val="FBAE40"/>
          </p15:clr>
        </p15:guide>
        <p15:guide id="5" pos="5042">
          <p15:clr>
            <a:srgbClr val="FBAE40"/>
          </p15:clr>
        </p15:guide>
        <p15:guide id="6" orient="horz" pos="1638">
          <p15:clr>
            <a:srgbClr val="FBAE40"/>
          </p15:clr>
        </p15:guide>
        <p15:guide id="7" orient="horz" pos="2636">
          <p15:clr>
            <a:srgbClr val="FBAE40"/>
          </p15:clr>
        </p15:guide>
        <p15:guide id="8" orient="horz" pos="3113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y i Kolumn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5ECFF63E-DC27-B743-8B2E-23B2DF2F69DA}"/>
              </a:ext>
            </a:extLst>
          </p:cNvPr>
          <p:cNvSpPr/>
          <p:nvPr userDrawn="1"/>
        </p:nvSpPr>
        <p:spPr>
          <a:xfrm>
            <a:off x="0" y="-1"/>
            <a:ext cx="4075986" cy="6857995"/>
          </a:xfrm>
          <a:prstGeom prst="rect">
            <a:avLst/>
          </a:prstGeom>
          <a:blipFill dpi="0" rotWithShape="1">
            <a:blip r:embed="rId2"/>
            <a:srcRect/>
            <a:stretch>
              <a:fillRect l="-87985" t="-78108" r="-158317"/>
            </a:stretch>
          </a:blipFill>
        </p:spPr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</a:pPr>
            <a:endParaRPr lang="pl-PL" sz="1100">
              <a:solidFill>
                <a:schemeClr val="bg1"/>
              </a:solidFill>
              <a:latin typeface="+mj-lt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6675" y="668594"/>
            <a:ext cx="2782497" cy="910969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pl-PL"/>
              <a:t>Tytuł 28 pkt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2400" y="1825625"/>
            <a:ext cx="2782496" cy="43423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Clr>
                <a:schemeClr val="bg1"/>
              </a:buClr>
              <a:defRPr lang="pl-PL" sz="1600" dirty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lang="pl-PL" sz="1400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pl-PL" sz="1200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pl-PL" sz="1100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US" sz="11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11" name="Symbol zastępczy tekstu 10">
            <a:extLst>
              <a:ext uri="{FF2B5EF4-FFF2-40B4-BE49-F238E27FC236}">
                <a16:creationId xmlns:a16="http://schemas.microsoft.com/office/drawing/2014/main" id="{32FA954C-B208-E441-90FE-802D76361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22800" y="665162"/>
            <a:ext cx="6829426" cy="914401"/>
          </a:xfrm>
          <a:prstGeom prst="rect">
            <a:avLst/>
          </a:prstGeom>
        </p:spPr>
        <p:txBody>
          <a:bodyPr anchor="b">
            <a:normAutofit/>
          </a:bodyPr>
          <a:lstStyle>
            <a:lvl1pPr marL="48600" indent="0">
              <a:buFontTx/>
              <a:buNone/>
              <a:defRPr sz="2800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l-PL"/>
              <a:t>Nagłówek 28 pkt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7362E2A-6E51-4D25-B8AB-94F3AC9C2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2400" y="1825625"/>
            <a:ext cx="6838903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 sz="1600" dirty="0"/>
            </a:lvl1pPr>
            <a:lvl2pPr>
              <a:defRPr lang="pl-PL" sz="1400" dirty="0"/>
            </a:lvl2pPr>
            <a:lvl3pPr>
              <a:defRPr lang="pl-PL" sz="1200" dirty="0"/>
            </a:lvl3pPr>
            <a:lvl4pPr>
              <a:defRPr lang="pl-PL" sz="1100" dirty="0"/>
            </a:lvl4pPr>
            <a:lvl5pPr>
              <a:defRPr lang="en-US" sz="1100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cxnSp>
        <p:nvCxnSpPr>
          <p:cNvPr id="8" name="Straight Connector 56">
            <a:extLst>
              <a:ext uri="{FF2B5EF4-FFF2-40B4-BE49-F238E27FC236}">
                <a16:creationId xmlns:a16="http://schemas.microsoft.com/office/drawing/2014/main" id="{E2383462-8F57-4F56-BBF3-11A0394F0FE3}"/>
              </a:ext>
            </a:extLst>
          </p:cNvPr>
          <p:cNvCxnSpPr>
            <a:cxnSpLocks/>
          </p:cNvCxnSpPr>
          <p:nvPr userDrawn="1"/>
        </p:nvCxnSpPr>
        <p:spPr>
          <a:xfrm flipV="1">
            <a:off x="4618967" y="1701800"/>
            <a:ext cx="6838903" cy="1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3589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30">
          <p15:clr>
            <a:srgbClr val="FBAE40"/>
          </p15:clr>
        </p15:guide>
        <p15:guide id="2" pos="291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ytuły i Kolumn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6675" y="668594"/>
            <a:ext cx="3398604" cy="910969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pl-PL"/>
              <a:t>Tytuł 28 pkt</a:t>
            </a:r>
            <a:endParaRPr lang="en-US"/>
          </a:p>
        </p:txBody>
      </p:sp>
      <p:cxnSp>
        <p:nvCxnSpPr>
          <p:cNvPr id="8" name="Straight Connector 56">
            <a:extLst>
              <a:ext uri="{FF2B5EF4-FFF2-40B4-BE49-F238E27FC236}">
                <a16:creationId xmlns:a16="http://schemas.microsoft.com/office/drawing/2014/main" id="{E2383462-8F57-4F56-BBF3-11A0394F0FE3}"/>
              </a:ext>
            </a:extLst>
          </p:cNvPr>
          <p:cNvCxnSpPr>
            <a:cxnSpLocks/>
          </p:cNvCxnSpPr>
          <p:nvPr userDrawn="1"/>
        </p:nvCxnSpPr>
        <p:spPr>
          <a:xfrm flipV="1">
            <a:off x="4618967" y="1701800"/>
            <a:ext cx="6838903" cy="1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ymbol zastępczy obrazu 4">
            <a:extLst>
              <a:ext uri="{FF2B5EF4-FFF2-40B4-BE49-F238E27FC236}">
                <a16:creationId xmlns:a16="http://schemas.microsoft.com/office/drawing/2014/main" id="{CAB2B2B3-7232-44CA-AAF1-AFEEBE2091F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52400" y="1825624"/>
            <a:ext cx="3399155" cy="4363781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lang="pl-PL"/>
              <a:t>Kliknij ikonę, aby dodać obraz</a:t>
            </a:r>
          </a:p>
        </p:txBody>
      </p:sp>
      <p:sp>
        <p:nvSpPr>
          <p:cNvPr id="7" name="Symbol zastępczy tekstu 10">
            <a:extLst>
              <a:ext uri="{FF2B5EF4-FFF2-40B4-BE49-F238E27FC236}">
                <a16:creationId xmlns:a16="http://schemas.microsoft.com/office/drawing/2014/main" id="{9FCDECB8-F5AC-45FB-B2A3-D0C22E6B35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22800" y="665162"/>
            <a:ext cx="6829426" cy="914401"/>
          </a:xfrm>
          <a:prstGeom prst="rect">
            <a:avLst/>
          </a:prstGeom>
        </p:spPr>
        <p:txBody>
          <a:bodyPr anchor="b">
            <a:normAutofit/>
          </a:bodyPr>
          <a:lstStyle>
            <a:lvl1pPr marL="48600" indent="0">
              <a:buFontTx/>
              <a:buNone/>
              <a:defRPr sz="2800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l-PL"/>
              <a:t>Nagłówek 28 pkt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3032D50-DE4D-494C-B606-E3D41EB8F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2400" y="1825625"/>
            <a:ext cx="6838903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 sz="1600" dirty="0"/>
            </a:lvl1pPr>
            <a:lvl2pPr>
              <a:defRPr lang="pl-PL" sz="1400" dirty="0"/>
            </a:lvl2pPr>
            <a:lvl3pPr>
              <a:defRPr lang="pl-PL" sz="1200" dirty="0"/>
            </a:lvl3pPr>
            <a:lvl4pPr>
              <a:defRPr lang="pl-PL" sz="1100" dirty="0"/>
            </a:lvl4pPr>
            <a:lvl5pPr>
              <a:defRPr lang="en-US" sz="1100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53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15">
          <p15:clr>
            <a:srgbClr val="FBAE40"/>
          </p15:clr>
        </p15:guide>
        <p15:guide id="2" pos="291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ytuły i Kolumn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6674" y="668594"/>
            <a:ext cx="6854275" cy="910969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pl-PL"/>
              <a:t>Tytuł 28 pkt</a:t>
            </a:r>
            <a:endParaRPr lang="en-US"/>
          </a:p>
        </p:txBody>
      </p:sp>
      <p:sp>
        <p:nvSpPr>
          <p:cNvPr id="11" name="Symbol zastępczy tekstu 10">
            <a:extLst>
              <a:ext uri="{FF2B5EF4-FFF2-40B4-BE49-F238E27FC236}">
                <a16:creationId xmlns:a16="http://schemas.microsoft.com/office/drawing/2014/main" id="{32FA954C-B208-E441-90FE-802D76361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46722" y="665162"/>
            <a:ext cx="3405503" cy="914401"/>
          </a:xfrm>
          <a:prstGeom prst="rect">
            <a:avLst/>
          </a:prstGeom>
        </p:spPr>
        <p:txBody>
          <a:bodyPr anchor="b">
            <a:normAutofit/>
          </a:bodyPr>
          <a:lstStyle>
            <a:lvl1pPr marL="48600" indent="0">
              <a:buFontTx/>
              <a:buNone/>
              <a:defRPr sz="2800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l-PL"/>
              <a:t>Nagłówek 28 pkt</a:t>
            </a:r>
          </a:p>
        </p:txBody>
      </p:sp>
      <p:cxnSp>
        <p:nvCxnSpPr>
          <p:cNvPr id="8" name="Straight Connector 56">
            <a:extLst>
              <a:ext uri="{FF2B5EF4-FFF2-40B4-BE49-F238E27FC236}">
                <a16:creationId xmlns:a16="http://schemas.microsoft.com/office/drawing/2014/main" id="{E2383462-8F57-4F56-BBF3-11A0394F0FE3}"/>
              </a:ext>
            </a:extLst>
          </p:cNvPr>
          <p:cNvCxnSpPr>
            <a:cxnSpLocks/>
          </p:cNvCxnSpPr>
          <p:nvPr userDrawn="1"/>
        </p:nvCxnSpPr>
        <p:spPr>
          <a:xfrm>
            <a:off x="753061" y="1701800"/>
            <a:ext cx="684788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ymbol zastępczy obrazu 4">
            <a:extLst>
              <a:ext uri="{FF2B5EF4-FFF2-40B4-BE49-F238E27FC236}">
                <a16:creationId xmlns:a16="http://schemas.microsoft.com/office/drawing/2014/main" id="{7E6943F7-EC94-4871-AA64-FAB2D57291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53071" y="1829057"/>
            <a:ext cx="3399155" cy="4363781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lang="pl-PL"/>
              <a:t>Kliknij ikonę, aby dodać obraz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A1EBD4E-0CAB-4C3C-9A44-358CFE66EA2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53061" y="1824038"/>
            <a:ext cx="6847889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 sz="1600" dirty="0"/>
            </a:lvl1pPr>
            <a:lvl2pPr>
              <a:defRPr lang="pl-PL" sz="1400" dirty="0"/>
            </a:lvl2pPr>
            <a:lvl3pPr>
              <a:defRPr lang="pl-PL" sz="1200" dirty="0"/>
            </a:lvl3pPr>
            <a:lvl4pPr>
              <a:defRPr lang="pl-PL" sz="1100" dirty="0"/>
            </a:lvl4pPr>
            <a:lvl5pPr>
              <a:defRPr lang="en-US" sz="1100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193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93">
          <p15:clr>
            <a:srgbClr val="FBAE40"/>
          </p15:clr>
        </p15:guide>
        <p15:guide id="2" pos="5065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ytuły i Kolumn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ymbol zastępczy tekstu 10">
            <a:extLst>
              <a:ext uri="{FF2B5EF4-FFF2-40B4-BE49-F238E27FC236}">
                <a16:creationId xmlns:a16="http://schemas.microsoft.com/office/drawing/2014/main" id="{32FA954C-B208-E441-90FE-802D76361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22800" y="665162"/>
            <a:ext cx="6829426" cy="914401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 lang="pl-PL" sz="2800" dirty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marL="48600" lvl="0" indent="0">
              <a:buFontTx/>
              <a:buNone/>
            </a:pPr>
            <a:r>
              <a:rPr lang="pl-PL"/>
              <a:t>Nagłówek 28 pkt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7362E2A-6E51-4D25-B8AB-94F3AC9C2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2400" y="1825625"/>
            <a:ext cx="6835775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 sz="1600" dirty="0"/>
            </a:lvl1pPr>
            <a:lvl2pPr>
              <a:defRPr lang="pl-PL" sz="1400" dirty="0"/>
            </a:lvl2pPr>
            <a:lvl3pPr>
              <a:defRPr lang="pl-PL" sz="1200" dirty="0"/>
            </a:lvl3pPr>
            <a:lvl4pPr>
              <a:defRPr lang="pl-PL" sz="1100" dirty="0"/>
            </a:lvl4pPr>
            <a:lvl5pPr>
              <a:defRPr lang="en-US" sz="1100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cxnSp>
        <p:nvCxnSpPr>
          <p:cNvPr id="8" name="Straight Connector 56">
            <a:extLst>
              <a:ext uri="{FF2B5EF4-FFF2-40B4-BE49-F238E27FC236}">
                <a16:creationId xmlns:a16="http://schemas.microsoft.com/office/drawing/2014/main" id="{E2383462-8F57-4F56-BBF3-11A0394F0FE3}"/>
              </a:ext>
            </a:extLst>
          </p:cNvPr>
          <p:cNvCxnSpPr>
            <a:cxnSpLocks/>
          </p:cNvCxnSpPr>
          <p:nvPr userDrawn="1"/>
        </p:nvCxnSpPr>
        <p:spPr>
          <a:xfrm flipV="1">
            <a:off x="4618967" y="1701800"/>
            <a:ext cx="6838903" cy="1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ymbol zastępczy obrazu 4">
            <a:extLst>
              <a:ext uri="{FF2B5EF4-FFF2-40B4-BE49-F238E27FC236}">
                <a16:creationId xmlns:a16="http://schemas.microsoft.com/office/drawing/2014/main" id="{CAB2B2B3-7232-44CA-AAF1-AFEEBE2091F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4151555" cy="6189405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lang="pl-PL"/>
              <a:t>Kliknij ikonę, aby dodać obraz</a:t>
            </a:r>
          </a:p>
        </p:txBody>
      </p:sp>
    </p:spTree>
    <p:extLst>
      <p:ext uri="{BB962C8B-B14F-4D97-AF65-F5344CB8AC3E}">
        <p14:creationId xmlns:p14="http://schemas.microsoft.com/office/powerpoint/2010/main" val="2817221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1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azek z prawe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ymbol zastępczy obrazu 10">
            <a:extLst>
              <a:ext uri="{FF2B5EF4-FFF2-40B4-BE49-F238E27FC236}">
                <a16:creationId xmlns:a16="http://schemas.microsoft.com/office/drawing/2014/main" id="{9EB89B3B-902A-40A9-B56E-E61B1D63F2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081098" y="0"/>
            <a:ext cx="5130567" cy="6871063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980 w 10000"/>
              <a:gd name="connsiteY3" fmla="*/ 9981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2000" y="0"/>
                </a:lnTo>
                <a:lnTo>
                  <a:pt x="10000" y="0"/>
                </a:lnTo>
                <a:cubicBezTo>
                  <a:pt x="9993" y="3327"/>
                  <a:pt x="9987" y="6654"/>
                  <a:pt x="9980" y="9981"/>
                </a:cubicBezTo>
                <a:lnTo>
                  <a:pt x="0" y="10000"/>
                </a:lnTo>
                <a:close/>
              </a:path>
            </a:pathLst>
          </a:cu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>
            <a:lvl1pPr algn="r">
              <a:defRPr/>
            </a:lvl1pPr>
          </a:lstStyle>
          <a:p>
            <a:r>
              <a:rPr lang="pl-PL"/>
              <a:t>Kliknij ikonę, aby dodać obraz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ED4B1A7-E456-4BE3-86E7-AFFC032E3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83" y="681037"/>
            <a:ext cx="5895814" cy="884670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728AC03-37D8-4A1A-A5BF-DB666E5BE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82" y="1825625"/>
            <a:ext cx="5895814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 sz="1600" dirty="0"/>
            </a:lvl1pPr>
            <a:lvl2pPr>
              <a:defRPr lang="pl-PL" sz="1400" dirty="0"/>
            </a:lvl2pPr>
            <a:lvl3pPr>
              <a:defRPr lang="pl-PL" sz="1200" dirty="0"/>
            </a:lvl3pPr>
            <a:lvl4pPr>
              <a:defRPr lang="pl-PL" sz="1100" dirty="0"/>
            </a:lvl4pPr>
            <a:lvl5pPr>
              <a:defRPr lang="en-US" sz="1100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cxnSp>
        <p:nvCxnSpPr>
          <p:cNvPr id="13" name="Straight Connector 56">
            <a:extLst>
              <a:ext uri="{FF2B5EF4-FFF2-40B4-BE49-F238E27FC236}">
                <a16:creationId xmlns:a16="http://schemas.microsoft.com/office/drawing/2014/main" id="{2514E402-2D47-47BD-889F-18E1DF30E6C2}"/>
              </a:ext>
            </a:extLst>
          </p:cNvPr>
          <p:cNvCxnSpPr>
            <a:cxnSpLocks/>
          </p:cNvCxnSpPr>
          <p:nvPr userDrawn="1"/>
        </p:nvCxnSpPr>
        <p:spPr>
          <a:xfrm>
            <a:off x="729171" y="1694333"/>
            <a:ext cx="591982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0808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03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z obrazkie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429000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BB94A-B274-4C97-98F4-856FF0C09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82" y="3768435"/>
            <a:ext cx="10685638" cy="2408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8C57381-A558-4546-B2A1-AC9F3FA6A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pl-PL"/>
              <a:t>Kliknij, aby edytować styl</a:t>
            </a:r>
          </a:p>
        </p:txBody>
      </p:sp>
      <p:cxnSp>
        <p:nvCxnSpPr>
          <p:cNvPr id="5" name="Straight Connector 56">
            <a:extLst>
              <a:ext uri="{FF2B5EF4-FFF2-40B4-BE49-F238E27FC236}">
                <a16:creationId xmlns:a16="http://schemas.microsoft.com/office/drawing/2014/main" id="{20599F36-9644-4782-8400-9A393C115A5F}"/>
              </a:ext>
            </a:extLst>
          </p:cNvPr>
          <p:cNvCxnSpPr>
            <a:cxnSpLocks/>
          </p:cNvCxnSpPr>
          <p:nvPr userDrawn="1"/>
        </p:nvCxnSpPr>
        <p:spPr>
          <a:xfrm>
            <a:off x="3003453" y="1694333"/>
            <a:ext cx="618509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276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orient="horz" pos="236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Obraz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5057C9A9-4FD2-8044-BFA6-F47497609F1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27494" y="2007705"/>
            <a:ext cx="2937012" cy="3299790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7" name="그림 개체 틀 7">
            <a:extLst>
              <a:ext uri="{FF2B5EF4-FFF2-40B4-BE49-F238E27FC236}">
                <a16:creationId xmlns:a16="http://schemas.microsoft.com/office/drawing/2014/main" id="{F12342CB-DC8E-0642-8B83-7A7864C49A8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501806" y="2007705"/>
            <a:ext cx="2937012" cy="3299790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099608DC-4E56-5A4E-AA96-8FDF3BC615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3182" y="2007705"/>
            <a:ext cx="2937012" cy="3299790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5" name="Tytuł 1">
            <a:extLst>
              <a:ext uri="{FF2B5EF4-FFF2-40B4-BE49-F238E27FC236}">
                <a16:creationId xmlns:a16="http://schemas.microsoft.com/office/drawing/2014/main" id="{660F70CB-1FB8-4A82-A3E9-05DEFF879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82" y="681037"/>
            <a:ext cx="10685638" cy="884670"/>
          </a:xfrm>
        </p:spPr>
        <p:txBody>
          <a:bodyPr/>
          <a:lstStyle>
            <a:lvl1pPr algn="l">
              <a:lnSpc>
                <a:spcPct val="88000"/>
              </a:lnSpc>
              <a:defRPr/>
            </a:lvl1pPr>
          </a:lstStyle>
          <a:p>
            <a:r>
              <a:rPr lang="pl-PL"/>
              <a:t>Kliknij, aby edytować styl</a:t>
            </a:r>
          </a:p>
        </p:txBody>
      </p:sp>
      <p:cxnSp>
        <p:nvCxnSpPr>
          <p:cNvPr id="11" name="Straight Connector 56">
            <a:extLst>
              <a:ext uri="{FF2B5EF4-FFF2-40B4-BE49-F238E27FC236}">
                <a16:creationId xmlns:a16="http://schemas.microsoft.com/office/drawing/2014/main" id="{FA850DDB-1B94-4CFA-B554-E3A3F7B4F886}"/>
              </a:ext>
            </a:extLst>
          </p:cNvPr>
          <p:cNvCxnSpPr>
            <a:cxnSpLocks/>
          </p:cNvCxnSpPr>
          <p:nvPr userDrawn="1"/>
        </p:nvCxnSpPr>
        <p:spPr>
          <a:xfrm>
            <a:off x="729171" y="1694333"/>
            <a:ext cx="1070964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243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Obrazek i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BB94A-B274-4C97-98F4-856FF0C09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9200" y="665163"/>
            <a:ext cx="5139620" cy="238673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 sz="1600" dirty="0">
                <a:latin typeface="Arial Black" panose="020B0A04020102020204" pitchFamily="34" charset="0"/>
              </a:defRPr>
            </a:lvl1pPr>
            <a:lvl2pPr>
              <a:defRPr lang="pl-PL" sz="1400" dirty="0">
                <a:latin typeface="Arial Black" panose="020B0A04020102020204" pitchFamily="34" charset="0"/>
              </a:defRPr>
            </a:lvl2pPr>
            <a:lvl3pPr>
              <a:defRPr lang="pl-PL" sz="1200" dirty="0">
                <a:latin typeface="Arial Black" panose="020B0A04020102020204" pitchFamily="34" charset="0"/>
              </a:defRPr>
            </a:lvl3pPr>
            <a:lvl4pPr>
              <a:defRPr lang="pl-PL" sz="1100" dirty="0">
                <a:latin typeface="Arial Black" panose="020B0A04020102020204" pitchFamily="34" charset="0"/>
              </a:defRPr>
            </a:lvl4pPr>
            <a:lvl5pPr>
              <a:defRPr lang="en-US" sz="1100" dirty="0">
                <a:latin typeface="Arial Black" panose="020B0A04020102020204" pitchFamily="34" charset="0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8C57381-A558-4546-B2A1-AC9F3FA6A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82" y="681037"/>
            <a:ext cx="5342818" cy="884670"/>
          </a:xfrm>
        </p:spPr>
        <p:txBody>
          <a:bodyPr/>
          <a:lstStyle>
            <a:lvl1pPr algn="l">
              <a:lnSpc>
                <a:spcPct val="88000"/>
              </a:lnSpc>
              <a:defRPr/>
            </a:lvl1pPr>
          </a:lstStyle>
          <a:p>
            <a:r>
              <a:rPr lang="pl-PL"/>
              <a:t>Kliknij, aby edytować styl</a:t>
            </a:r>
          </a:p>
        </p:txBody>
      </p:sp>
      <p:cxnSp>
        <p:nvCxnSpPr>
          <p:cNvPr id="5" name="Straight Connector 56">
            <a:extLst>
              <a:ext uri="{FF2B5EF4-FFF2-40B4-BE49-F238E27FC236}">
                <a16:creationId xmlns:a16="http://schemas.microsoft.com/office/drawing/2014/main" id="{20599F36-9644-4782-8400-9A393C115A5F}"/>
              </a:ext>
            </a:extLst>
          </p:cNvPr>
          <p:cNvCxnSpPr>
            <a:cxnSpLocks/>
          </p:cNvCxnSpPr>
          <p:nvPr userDrawn="1"/>
        </p:nvCxnSpPr>
        <p:spPr>
          <a:xfrm>
            <a:off x="729171" y="1694333"/>
            <a:ext cx="536682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CD44EC0C-2415-40B9-B488-44C166B86D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180522"/>
            <a:ext cx="12192000" cy="3677477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28663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01">
          <p15:clr>
            <a:srgbClr val="FBAE40"/>
          </p15:clr>
        </p15:guide>
        <p15:guide id="2" pos="3840">
          <p15:clr>
            <a:srgbClr val="FBAE40"/>
          </p15:clr>
        </p15:guide>
        <p15:guide id="3" pos="3953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Obraze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2A936E5E-90A8-A74B-AF8D-C4A69BC1B2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95730" y="0"/>
            <a:ext cx="6596270" cy="6858000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10" name="Tytuł 1">
            <a:extLst>
              <a:ext uri="{FF2B5EF4-FFF2-40B4-BE49-F238E27FC236}">
                <a16:creationId xmlns:a16="http://schemas.microsoft.com/office/drawing/2014/main" id="{E80366DE-5638-4CBB-869A-F4E24757D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82" y="681037"/>
            <a:ext cx="4530018" cy="884670"/>
          </a:xfrm>
        </p:spPr>
        <p:txBody>
          <a:bodyPr/>
          <a:lstStyle>
            <a:lvl1pPr algn="l">
              <a:lnSpc>
                <a:spcPct val="88000"/>
              </a:lnSpc>
              <a:defRPr/>
            </a:lvl1pPr>
          </a:lstStyle>
          <a:p>
            <a:r>
              <a:rPr lang="pl-PL"/>
              <a:t>Kliknij, aby edytować styl</a:t>
            </a:r>
          </a:p>
        </p:txBody>
      </p:sp>
      <p:cxnSp>
        <p:nvCxnSpPr>
          <p:cNvPr id="11" name="Straight Connector 56">
            <a:extLst>
              <a:ext uri="{FF2B5EF4-FFF2-40B4-BE49-F238E27FC236}">
                <a16:creationId xmlns:a16="http://schemas.microsoft.com/office/drawing/2014/main" id="{2FCE493F-95FD-4817-914A-81679BEECC04}"/>
              </a:ext>
            </a:extLst>
          </p:cNvPr>
          <p:cNvCxnSpPr>
            <a:cxnSpLocks/>
          </p:cNvCxnSpPr>
          <p:nvPr userDrawn="1"/>
        </p:nvCxnSpPr>
        <p:spPr>
          <a:xfrm>
            <a:off x="729171" y="1694333"/>
            <a:ext cx="455037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613C606-9359-4417-9DA2-716DAF96A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82" y="1825625"/>
            <a:ext cx="4550376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/>
            </a:lvl1pPr>
            <a:lvl2pPr>
              <a:defRPr lang="pl-PL"/>
            </a:lvl2pPr>
            <a:lvl3pPr>
              <a:defRPr lang="pl-PL"/>
            </a:lvl3pPr>
            <a:lvl4pPr>
              <a:defRPr lang="pl-PL"/>
            </a:lvl4pPr>
            <a:lvl5pPr>
              <a:defRPr lang="en-US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78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41">
          <p15:clr>
            <a:srgbClr val="FBAE40"/>
          </p15:clr>
        </p15:guide>
        <p15:guide id="2" pos="352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Obraz w Kolum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E4EA03C2-B5C5-BF45-9F92-817AB20740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20268" y="0"/>
            <a:ext cx="4071732" cy="6858000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5" name="Tytuł 1">
            <a:extLst>
              <a:ext uri="{FF2B5EF4-FFF2-40B4-BE49-F238E27FC236}">
                <a16:creationId xmlns:a16="http://schemas.microsoft.com/office/drawing/2014/main" id="{2C2C0F4D-E8BA-4DBE-854A-78C43BD20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81" y="681037"/>
            <a:ext cx="7040989" cy="884670"/>
          </a:xfrm>
        </p:spPr>
        <p:txBody>
          <a:bodyPr/>
          <a:lstStyle>
            <a:lvl1pPr algn="l">
              <a:lnSpc>
                <a:spcPct val="88000"/>
              </a:lnSpc>
              <a:defRPr/>
            </a:lvl1pPr>
          </a:lstStyle>
          <a:p>
            <a:r>
              <a:rPr lang="pl-PL"/>
              <a:t>Kliknij, aby edytować styl</a:t>
            </a:r>
          </a:p>
        </p:txBody>
      </p:sp>
      <p:cxnSp>
        <p:nvCxnSpPr>
          <p:cNvPr id="9" name="Straight Connector 56">
            <a:extLst>
              <a:ext uri="{FF2B5EF4-FFF2-40B4-BE49-F238E27FC236}">
                <a16:creationId xmlns:a16="http://schemas.microsoft.com/office/drawing/2014/main" id="{DA9E8235-9DED-43CD-8C37-86861FE71CB1}"/>
              </a:ext>
            </a:extLst>
          </p:cNvPr>
          <p:cNvCxnSpPr>
            <a:cxnSpLocks/>
          </p:cNvCxnSpPr>
          <p:nvPr userDrawn="1"/>
        </p:nvCxnSpPr>
        <p:spPr>
          <a:xfrm>
            <a:off x="729171" y="1694333"/>
            <a:ext cx="707263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93DD086-D80F-4EBD-9FC5-4E87474E4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82" y="1824039"/>
            <a:ext cx="7040988" cy="43529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/>
            </a:lvl1pPr>
            <a:lvl2pPr>
              <a:defRPr lang="pl-PL"/>
            </a:lvl2pPr>
            <a:lvl3pPr>
              <a:defRPr lang="pl-PL"/>
            </a:lvl3pPr>
            <a:lvl4pPr>
              <a:defRPr lang="pl-PL"/>
            </a:lvl4pPr>
            <a:lvl5pPr>
              <a:defRPr lang="en-US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214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06">
          <p15:clr>
            <a:srgbClr val="FBAE40"/>
          </p15:clr>
        </p15:guide>
        <p15:guide id="2" pos="511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ytuł i Obraz w Kolum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E4EA03C2-B5C5-BF45-9F92-817AB20740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87000" y="0"/>
            <a:ext cx="1905000" cy="6858000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5" name="Tytuł 1">
            <a:extLst>
              <a:ext uri="{FF2B5EF4-FFF2-40B4-BE49-F238E27FC236}">
                <a16:creationId xmlns:a16="http://schemas.microsoft.com/office/drawing/2014/main" id="{2C2C0F4D-E8BA-4DBE-854A-78C43BD20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81" y="681037"/>
            <a:ext cx="9195682" cy="884670"/>
          </a:xfrm>
        </p:spPr>
        <p:txBody>
          <a:bodyPr/>
          <a:lstStyle>
            <a:lvl1pPr algn="l">
              <a:lnSpc>
                <a:spcPct val="88000"/>
              </a:lnSpc>
              <a:defRPr/>
            </a:lvl1pPr>
          </a:lstStyle>
          <a:p>
            <a:r>
              <a:rPr lang="pl-PL"/>
              <a:t>Kliknij, aby edytować styl</a:t>
            </a:r>
          </a:p>
        </p:txBody>
      </p:sp>
      <p:cxnSp>
        <p:nvCxnSpPr>
          <p:cNvPr id="9" name="Straight Connector 56">
            <a:extLst>
              <a:ext uri="{FF2B5EF4-FFF2-40B4-BE49-F238E27FC236}">
                <a16:creationId xmlns:a16="http://schemas.microsoft.com/office/drawing/2014/main" id="{DA9E8235-9DED-43CD-8C37-86861FE71CB1}"/>
              </a:ext>
            </a:extLst>
          </p:cNvPr>
          <p:cNvCxnSpPr>
            <a:cxnSpLocks/>
          </p:cNvCxnSpPr>
          <p:nvPr userDrawn="1"/>
        </p:nvCxnSpPr>
        <p:spPr>
          <a:xfrm>
            <a:off x="729171" y="1694333"/>
            <a:ext cx="919206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93DD086-D80F-4EBD-9FC5-4E87474E4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82" y="1824039"/>
            <a:ext cx="9168058" cy="43529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/>
            </a:lvl1pPr>
            <a:lvl2pPr>
              <a:defRPr lang="pl-PL"/>
            </a:lvl2pPr>
            <a:lvl3pPr>
              <a:defRPr lang="pl-PL"/>
            </a:lvl3pPr>
            <a:lvl4pPr>
              <a:defRPr lang="pl-PL"/>
            </a:lvl4pPr>
            <a:lvl5pPr>
              <a:defRPr lang="en-US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94" userDrawn="1">
          <p15:clr>
            <a:srgbClr val="FBAE40"/>
          </p15:clr>
        </p15:guide>
        <p15:guide id="2" pos="6267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5">
            <a:extLst>
              <a:ext uri="{FF2B5EF4-FFF2-40B4-BE49-F238E27FC236}">
                <a16:creationId xmlns:a16="http://schemas.microsoft.com/office/drawing/2014/main" id="{B5303B62-EC21-47DF-92DD-4148D1E0B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9939" y="1062718"/>
            <a:ext cx="3231002" cy="2480435"/>
          </a:xfrm>
          <a:prstGeom prst="rect">
            <a:avLst/>
          </a:prstGeom>
        </p:spPr>
      </p:pic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8331454" y="1207012"/>
            <a:ext cx="2967972" cy="1705061"/>
          </a:xfrm>
          <a:prstGeom prst="rect">
            <a:avLst/>
          </a:pr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5002297-56F6-45E4-AF69-96A7A8E227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3182" y="681037"/>
            <a:ext cx="10685638" cy="884670"/>
          </a:xfrm>
        </p:spPr>
        <p:txBody>
          <a:bodyPr/>
          <a:lstStyle>
            <a:lvl1pPr>
              <a:defRPr/>
            </a:lvl1pPr>
          </a:lstStyle>
          <a:p>
            <a:r>
              <a:rPr lang="pl-PL"/>
              <a:t>Tytuł 40 pkt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CB83D04-EEE3-4448-BD39-D56245416F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2400" y="1825625"/>
            <a:ext cx="52832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/>
            </a:lvl1pPr>
            <a:lvl2pPr>
              <a:defRPr lang="pl-PL"/>
            </a:lvl2pPr>
            <a:lvl3pPr>
              <a:defRPr lang="pl-PL"/>
            </a:lvl3pPr>
            <a:lvl4pPr>
              <a:defRPr lang="pl-PL"/>
            </a:lvl4pPr>
            <a:lvl5pPr>
              <a:defRPr lang="en-US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257B57-814B-40DA-A654-B9C5BB6C942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84209" y="4001294"/>
            <a:ext cx="5283200" cy="217566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pl-PL"/>
            </a:lvl1pPr>
            <a:lvl2pPr>
              <a:defRPr lang="pl-PL"/>
            </a:lvl2pPr>
            <a:lvl3pPr>
              <a:defRPr lang="pl-PL"/>
            </a:lvl3pPr>
            <a:lvl4pPr>
              <a:defRPr lang="pl-PL"/>
            </a:lvl4pPr>
            <a:lvl5pPr>
              <a:defRPr lang="en-US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5744064" y="2210338"/>
            <a:ext cx="2173978" cy="1358576"/>
          </a:xfrm>
          <a:prstGeom prst="rect">
            <a:avLst/>
          </a:pr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pl-PL"/>
              <a:t>Kliknij ikonę, aby dodać obraz</a:t>
            </a:r>
            <a:endParaRPr lang="en-US"/>
          </a:p>
        </p:txBody>
      </p:sp>
      <p:pic>
        <p:nvPicPr>
          <p:cNvPr id="7" name="Picture 16">
            <a:extLst>
              <a:ext uri="{FF2B5EF4-FFF2-40B4-BE49-F238E27FC236}">
                <a16:creationId xmlns:a16="http://schemas.microsoft.com/office/drawing/2014/main" id="{2AEB4A43-6AA2-4E2C-994D-1BD9B58D12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4245" y="2122577"/>
            <a:ext cx="2870063" cy="1733518"/>
          </a:xfrm>
          <a:prstGeom prst="rect">
            <a:avLst/>
          </a:prstGeom>
        </p:spPr>
      </p:pic>
      <p:cxnSp>
        <p:nvCxnSpPr>
          <p:cNvPr id="12" name="Straight Connector 56">
            <a:extLst>
              <a:ext uri="{FF2B5EF4-FFF2-40B4-BE49-F238E27FC236}">
                <a16:creationId xmlns:a16="http://schemas.microsoft.com/office/drawing/2014/main" id="{80942AE5-6394-4EAB-9C60-CB1DAD493F7A}"/>
              </a:ext>
            </a:extLst>
          </p:cNvPr>
          <p:cNvCxnSpPr>
            <a:cxnSpLocks/>
          </p:cNvCxnSpPr>
          <p:nvPr userDrawn="1"/>
        </p:nvCxnSpPr>
        <p:spPr>
          <a:xfrm>
            <a:off x="729171" y="1694333"/>
            <a:ext cx="530046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354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Układ z Obraz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ymbol zastępczy tekstu 7">
            <a:extLst>
              <a:ext uri="{FF2B5EF4-FFF2-40B4-BE49-F238E27FC236}">
                <a16:creationId xmlns:a16="http://schemas.microsoft.com/office/drawing/2014/main" id="{FCFA78CE-61D2-40BB-83FA-51F448DA49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6124" y="3090863"/>
            <a:ext cx="3811587" cy="101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4"/>
                </a:solidFill>
                <a:latin typeface="Arial Black" panose="020B0A04020102020204" pitchFamily="34" charset="0"/>
              </a:defRPr>
            </a:lvl1pPr>
            <a:lvl2pPr marL="180000" indent="0">
              <a:buNone/>
              <a:defRPr sz="3200">
                <a:solidFill>
                  <a:schemeClr val="bg1">
                    <a:lumMod val="75000"/>
                  </a:schemeClr>
                </a:solidFill>
                <a:latin typeface="Arial Black" panose="020B0A04020102020204" pitchFamily="34" charset="0"/>
              </a:defRPr>
            </a:lvl2pPr>
            <a:lvl3pPr marL="360000" indent="0">
              <a:buNone/>
              <a:defRPr sz="3200">
                <a:solidFill>
                  <a:schemeClr val="bg1">
                    <a:lumMod val="75000"/>
                  </a:schemeClr>
                </a:solidFill>
                <a:latin typeface="Arial Black" panose="020B0A04020102020204" pitchFamily="34" charset="0"/>
              </a:defRPr>
            </a:lvl3pPr>
            <a:lvl4pPr marL="540000" indent="0">
              <a:buNone/>
              <a:defRPr sz="3200">
                <a:solidFill>
                  <a:schemeClr val="bg1">
                    <a:lumMod val="75000"/>
                  </a:schemeClr>
                </a:solidFill>
                <a:latin typeface="Arial Black" panose="020B0A04020102020204" pitchFamily="34" charset="0"/>
              </a:defRPr>
            </a:lvl4pPr>
            <a:lvl5pPr marL="720000" indent="0">
              <a:buNone/>
              <a:defRPr sz="3200">
                <a:solidFill>
                  <a:schemeClr val="bg1">
                    <a:lumMod val="75000"/>
                  </a:schemeClr>
                </a:solidFill>
                <a:latin typeface="Arial Black" panose="020B0A04020102020204" pitchFamily="34" charset="0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7B321FBF-15F6-5543-90C2-3C10308EC2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803067" y="606286"/>
            <a:ext cx="4005470" cy="5645427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10" name="Symbol zastępczy tekstu 7">
            <a:extLst>
              <a:ext uri="{FF2B5EF4-FFF2-40B4-BE49-F238E27FC236}">
                <a16:creationId xmlns:a16="http://schemas.microsoft.com/office/drawing/2014/main" id="{6B7C2FB7-FB18-464B-9651-6663CCFEC9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26123" y="4491492"/>
            <a:ext cx="3811587" cy="101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180000" indent="0">
              <a:buNone/>
              <a:defRPr sz="3200">
                <a:solidFill>
                  <a:schemeClr val="bg1">
                    <a:lumMod val="75000"/>
                  </a:schemeClr>
                </a:solidFill>
                <a:latin typeface="Arial Black" panose="020B0A04020102020204" pitchFamily="34" charset="0"/>
              </a:defRPr>
            </a:lvl2pPr>
            <a:lvl3pPr marL="360000" indent="0">
              <a:buNone/>
              <a:defRPr sz="3200">
                <a:solidFill>
                  <a:schemeClr val="bg1">
                    <a:lumMod val="75000"/>
                  </a:schemeClr>
                </a:solidFill>
                <a:latin typeface="Arial Black" panose="020B0A04020102020204" pitchFamily="34" charset="0"/>
              </a:defRPr>
            </a:lvl3pPr>
            <a:lvl4pPr marL="540000" indent="0">
              <a:buNone/>
              <a:defRPr sz="3200">
                <a:solidFill>
                  <a:schemeClr val="bg1">
                    <a:lumMod val="75000"/>
                  </a:schemeClr>
                </a:solidFill>
                <a:latin typeface="Arial Black" panose="020B0A04020102020204" pitchFamily="34" charset="0"/>
              </a:defRPr>
            </a:lvl4pPr>
            <a:lvl5pPr marL="720000" indent="0">
              <a:buNone/>
              <a:defRPr sz="3200">
                <a:solidFill>
                  <a:schemeClr val="bg1">
                    <a:lumMod val="75000"/>
                  </a:schemeClr>
                </a:solidFill>
                <a:latin typeface="Arial Black" panose="020B0A04020102020204" pitchFamily="34" charset="0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1164497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>
          <p15:clr>
            <a:srgbClr val="FBAE40"/>
          </p15:clr>
        </p15:guide>
        <p15:guide id="2" orient="horz" pos="2591">
          <p15:clr>
            <a:srgbClr val="FBAE40"/>
          </p15:clr>
        </p15:guide>
        <p15:guide id="3" orient="horz" pos="2822">
          <p15:clr>
            <a:srgbClr val="FBAE40"/>
          </p15:clr>
        </p15:guide>
        <p15:guide id="4" orient="horz" pos="3482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ymbol zastępczy tekstu 7">
            <a:extLst>
              <a:ext uri="{FF2B5EF4-FFF2-40B4-BE49-F238E27FC236}">
                <a16:creationId xmlns:a16="http://schemas.microsoft.com/office/drawing/2014/main" id="{6A8DB0C5-9E3A-4CD7-B231-46A9329165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125" y="2573338"/>
            <a:ext cx="4029075" cy="151923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>
                <a:solidFill>
                  <a:schemeClr val="accent3"/>
                </a:solidFill>
                <a:latin typeface="Arial Black" panose="020B0A04020102020204" pitchFamily="34" charset="0"/>
              </a:defRPr>
            </a:lvl1pPr>
            <a:lvl2pPr marL="180000" indent="0" algn="l">
              <a:buNone/>
              <a:defRPr sz="1800">
                <a:solidFill>
                  <a:schemeClr val="accent5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defRPr>
            </a:lvl2pPr>
            <a:lvl3pPr marL="360000" indent="0" algn="l">
              <a:buNone/>
              <a:defRPr sz="1800">
                <a:solidFill>
                  <a:schemeClr val="accent5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defRPr>
            </a:lvl3pPr>
            <a:lvl4pPr marL="540000" indent="0" algn="l">
              <a:buNone/>
              <a:defRPr sz="1800">
                <a:solidFill>
                  <a:schemeClr val="accent5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defRPr>
            </a:lvl4pPr>
            <a:lvl5pPr marL="720000" indent="0" algn="l">
              <a:buNone/>
              <a:defRPr sz="1800">
                <a:solidFill>
                  <a:schemeClr val="accent5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2A936E5E-90A8-A74B-AF8D-C4A69BC1B2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95730" y="0"/>
            <a:ext cx="6596270" cy="6858000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4" name="직사각형 5">
            <a:extLst>
              <a:ext uri="{FF2B5EF4-FFF2-40B4-BE49-F238E27FC236}">
                <a16:creationId xmlns:a16="http://schemas.microsoft.com/office/drawing/2014/main" id="{02EB7C44-FCF3-4F15-8111-45A3C29CF050}"/>
              </a:ext>
            </a:extLst>
          </p:cNvPr>
          <p:cNvSpPr/>
          <p:nvPr userDrawn="1"/>
        </p:nvSpPr>
        <p:spPr>
          <a:xfrm>
            <a:off x="746125" y="357398"/>
            <a:ext cx="2904909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ore-KR" sz="13800">
                <a:solidFill>
                  <a:schemeClr val="accent1"/>
                </a:solidFill>
                <a:latin typeface="Arial Black" panose="020B0A04020102020204" pitchFamily="34" charset="0"/>
                <a:cs typeface="Calibri" panose="02000000000000000000" pitchFamily="2" charset="0"/>
              </a:rPr>
              <a:t>“</a:t>
            </a:r>
            <a:endParaRPr lang="ko-Kore-KR" altLang="en-US" sz="1380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7" name="직선 연결선[R] 8">
            <a:extLst>
              <a:ext uri="{FF2B5EF4-FFF2-40B4-BE49-F238E27FC236}">
                <a16:creationId xmlns:a16="http://schemas.microsoft.com/office/drawing/2014/main" id="{67BA8D6B-08F1-422D-A722-8D0086132C2E}"/>
              </a:ext>
            </a:extLst>
          </p:cNvPr>
          <p:cNvCxnSpPr>
            <a:cxnSpLocks/>
          </p:cNvCxnSpPr>
          <p:nvPr userDrawn="1"/>
        </p:nvCxnSpPr>
        <p:spPr>
          <a:xfrm>
            <a:off x="746125" y="4276543"/>
            <a:ext cx="402907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ymbol zastępczy tekstu 7">
            <a:extLst>
              <a:ext uri="{FF2B5EF4-FFF2-40B4-BE49-F238E27FC236}">
                <a16:creationId xmlns:a16="http://schemas.microsoft.com/office/drawing/2014/main" id="{1291E2C8-B8C8-4BC1-B4CB-727983B3A0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125" y="4460510"/>
            <a:ext cx="4029075" cy="151923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180000" indent="0" algn="l">
              <a:buNone/>
              <a:defRPr sz="1800">
                <a:solidFill>
                  <a:schemeClr val="accent5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defRPr>
            </a:lvl2pPr>
            <a:lvl3pPr marL="360000" indent="0" algn="l">
              <a:buNone/>
              <a:defRPr sz="1800">
                <a:solidFill>
                  <a:schemeClr val="accent5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defRPr>
            </a:lvl3pPr>
            <a:lvl4pPr marL="540000" indent="0" algn="l">
              <a:buNone/>
              <a:defRPr sz="1800">
                <a:solidFill>
                  <a:schemeClr val="accent5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defRPr>
            </a:lvl4pPr>
            <a:lvl5pPr marL="720000" indent="0" algn="l">
              <a:buNone/>
              <a:defRPr sz="1800">
                <a:solidFill>
                  <a:schemeClr val="accent5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2004585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1">
          <p15:clr>
            <a:srgbClr val="FBAE40"/>
          </p15:clr>
        </p15:guide>
        <p15:guide id="2" pos="3522">
          <p15:clr>
            <a:srgbClr val="FBAE40"/>
          </p15:clr>
        </p15:guide>
        <p15:guide id="3" orient="horz" pos="1616">
          <p15:clr>
            <a:srgbClr val="FBAE40"/>
          </p15:clr>
        </p15:guide>
        <p15:guide id="4" orient="horz" pos="2591">
          <p15:clr>
            <a:srgbClr val="FBAE40"/>
          </p15:clr>
        </p15:guide>
        <p15:guide id="5" orient="horz" pos="2795">
          <p15:clr>
            <a:srgbClr val="FBAE40"/>
          </p15:clr>
        </p15:guide>
        <p15:guide id="6" orient="horz" pos="377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z Obrazem Duży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5D6CACA1-3E55-CE4F-8CDC-63257DC629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BF0D03A-1064-406F-AD0E-E7F9B094E3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6432" y="1832400"/>
            <a:ext cx="4629648" cy="435133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3" name="Tytuł 1">
            <a:extLst>
              <a:ext uri="{FF2B5EF4-FFF2-40B4-BE49-F238E27FC236}">
                <a16:creationId xmlns:a16="http://schemas.microsoft.com/office/drawing/2014/main" id="{19BFBE51-1FA1-4A72-ACA9-4F4D0445D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82" y="681037"/>
            <a:ext cx="10685638" cy="884670"/>
          </a:xfrm>
        </p:spPr>
        <p:txBody>
          <a:bodyPr/>
          <a:lstStyle>
            <a:lvl1pPr algn="l">
              <a:lnSpc>
                <a:spcPct val="88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AF958B6-B1B8-4618-80F9-CA3C8DF3A5BF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798242" y="1832400"/>
            <a:ext cx="4629648" cy="435133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cxnSp>
        <p:nvCxnSpPr>
          <p:cNvPr id="10" name="Straight Connector 56">
            <a:extLst>
              <a:ext uri="{FF2B5EF4-FFF2-40B4-BE49-F238E27FC236}">
                <a16:creationId xmlns:a16="http://schemas.microsoft.com/office/drawing/2014/main" id="{5DA8EDAE-4FB3-4311-99A2-206BB1093AF2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096000" y="2924744"/>
            <a:ext cx="0" cy="2155424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6">
            <a:extLst>
              <a:ext uri="{FF2B5EF4-FFF2-40B4-BE49-F238E27FC236}">
                <a16:creationId xmlns:a16="http://schemas.microsoft.com/office/drawing/2014/main" id="{4D968327-1D07-4093-852C-861187B8B579}"/>
              </a:ext>
            </a:extLst>
          </p:cNvPr>
          <p:cNvCxnSpPr>
            <a:cxnSpLocks/>
          </p:cNvCxnSpPr>
          <p:nvPr userDrawn="1"/>
        </p:nvCxnSpPr>
        <p:spPr>
          <a:xfrm>
            <a:off x="729171" y="1694333"/>
            <a:ext cx="1070964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60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86">
          <p15:clr>
            <a:srgbClr val="FBAE40"/>
          </p15:clr>
        </p15:guide>
        <p15:guide id="2" pos="427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Układ z Obrazem Dużym Czy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5D6CACA1-3E55-CE4F-8CDC-63257DC629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3" name="Tytuł 1">
            <a:extLst>
              <a:ext uri="{FF2B5EF4-FFF2-40B4-BE49-F238E27FC236}">
                <a16:creationId xmlns:a16="http://schemas.microsoft.com/office/drawing/2014/main" id="{19BFBE51-1FA1-4A72-ACA9-4F4D0445D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82" y="681037"/>
            <a:ext cx="10685638" cy="884670"/>
          </a:xfrm>
        </p:spPr>
        <p:txBody>
          <a:bodyPr/>
          <a:lstStyle>
            <a:lvl1pPr algn="l">
              <a:lnSpc>
                <a:spcPct val="88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pl-PL"/>
              <a:t>Kliknij, aby edytować styl</a:t>
            </a:r>
          </a:p>
        </p:txBody>
      </p:sp>
    </p:spTree>
    <p:extLst>
      <p:ext uri="{BB962C8B-B14F-4D97-AF65-F5344CB8AC3E}">
        <p14:creationId xmlns:p14="http://schemas.microsoft.com/office/powerpoint/2010/main" val="371939455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Układ z Obrazem Dużym Czy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5D6CACA1-3E55-CE4F-8CDC-63257DC629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3" name="Tytuł 1">
            <a:extLst>
              <a:ext uri="{FF2B5EF4-FFF2-40B4-BE49-F238E27FC236}">
                <a16:creationId xmlns:a16="http://schemas.microsoft.com/office/drawing/2014/main" id="{19BFBE51-1FA1-4A72-ACA9-4F4D0445D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82" y="681037"/>
            <a:ext cx="10685638" cy="884670"/>
          </a:xfrm>
        </p:spPr>
        <p:txBody>
          <a:bodyPr/>
          <a:lstStyle>
            <a:lvl1pPr algn="l">
              <a:lnSpc>
                <a:spcPct val="88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pl-PL"/>
              <a:t>Kliknij, aby edytować styl</a:t>
            </a:r>
          </a:p>
        </p:txBody>
      </p:sp>
    </p:spTree>
    <p:extLst>
      <p:ext uri="{BB962C8B-B14F-4D97-AF65-F5344CB8AC3E}">
        <p14:creationId xmlns:p14="http://schemas.microsoft.com/office/powerpoint/2010/main" val="247394204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Układ z Obraz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EBBFD706-8870-AF4E-9FBF-49E85C5D01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58721" y="1844893"/>
            <a:ext cx="2693504" cy="2524540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7" name="그림 개체 틀 7">
            <a:extLst>
              <a:ext uri="{FF2B5EF4-FFF2-40B4-BE49-F238E27FC236}">
                <a16:creationId xmlns:a16="http://schemas.microsoft.com/office/drawing/2014/main" id="{7E6B70BF-42E8-D04A-B6D1-B9DE879FAAC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25324" y="1844893"/>
            <a:ext cx="2693504" cy="2524540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4" name="Tytuł 1">
            <a:extLst>
              <a:ext uri="{FF2B5EF4-FFF2-40B4-BE49-F238E27FC236}">
                <a16:creationId xmlns:a16="http://schemas.microsoft.com/office/drawing/2014/main" id="{97E7B981-74D4-4FFC-9261-7FD97364C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82" y="681037"/>
            <a:ext cx="10685638" cy="884670"/>
          </a:xfrm>
        </p:spPr>
        <p:txBody>
          <a:bodyPr/>
          <a:lstStyle>
            <a:lvl1pPr algn="l">
              <a:lnSpc>
                <a:spcPct val="88000"/>
              </a:lnSpc>
              <a:defRPr/>
            </a:lvl1pPr>
          </a:lstStyle>
          <a:p>
            <a:r>
              <a:rPr lang="pl-PL"/>
              <a:t>Kliknij, aby edytować styl</a:t>
            </a:r>
          </a:p>
        </p:txBody>
      </p:sp>
      <p:cxnSp>
        <p:nvCxnSpPr>
          <p:cNvPr id="5" name="Straight Connector 56">
            <a:extLst>
              <a:ext uri="{FF2B5EF4-FFF2-40B4-BE49-F238E27FC236}">
                <a16:creationId xmlns:a16="http://schemas.microsoft.com/office/drawing/2014/main" id="{1A966336-0775-49A9-83BE-885F0D261200}"/>
              </a:ext>
            </a:extLst>
          </p:cNvPr>
          <p:cNvCxnSpPr>
            <a:cxnSpLocks/>
          </p:cNvCxnSpPr>
          <p:nvPr userDrawn="1"/>
        </p:nvCxnSpPr>
        <p:spPr>
          <a:xfrm>
            <a:off x="729171" y="1694333"/>
            <a:ext cx="1070964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69081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Układ z Obraz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2D56A3C9-4D37-EC43-B7BA-EA56E19969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54156"/>
            <a:ext cx="7742583" cy="3578087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22663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Układ z Obraz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904C6DEC-2116-0747-88DE-D46B4B07A1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7570" y="685123"/>
            <a:ext cx="2523715" cy="3654211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7" name="그림 개체 틀 7">
            <a:extLst>
              <a:ext uri="{FF2B5EF4-FFF2-40B4-BE49-F238E27FC236}">
                <a16:creationId xmlns:a16="http://schemas.microsoft.com/office/drawing/2014/main" id="{EE104C7E-13F9-3545-AECC-71C0852610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74398" y="685123"/>
            <a:ext cx="2523715" cy="3654211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A1DF4369-AD28-0F41-9F8D-47B4100B486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1226" y="685123"/>
            <a:ext cx="2523715" cy="3654211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9" name="그림 개체 틀 7">
            <a:extLst>
              <a:ext uri="{FF2B5EF4-FFF2-40B4-BE49-F238E27FC236}">
                <a16:creationId xmlns:a16="http://schemas.microsoft.com/office/drawing/2014/main" id="{A0EB2C08-FD2D-524D-8057-10CD19C5C43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28054" y="685123"/>
            <a:ext cx="2523715" cy="3654211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0444182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Układ z Obraz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BFD60EF8-DFFD-C24A-AEF9-4AB00A9EDC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17914" y="0"/>
            <a:ext cx="4787347" cy="6858000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9684344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Układ z Obraz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544B38E6-F6E5-B040-AC13-E52073BE53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180522"/>
            <a:ext cx="12192000" cy="3677477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3" name="Tytuł 1">
            <a:extLst>
              <a:ext uri="{FF2B5EF4-FFF2-40B4-BE49-F238E27FC236}">
                <a16:creationId xmlns:a16="http://schemas.microsoft.com/office/drawing/2014/main" id="{65AC3B8B-F5D2-4AB8-8227-1150CB9DA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82" y="681037"/>
            <a:ext cx="10685638" cy="884670"/>
          </a:xfrm>
        </p:spPr>
        <p:txBody>
          <a:bodyPr/>
          <a:lstStyle>
            <a:lvl1pPr algn="ctr">
              <a:lnSpc>
                <a:spcPct val="88000"/>
              </a:lnSpc>
              <a:defRPr/>
            </a:lvl1pPr>
          </a:lstStyle>
          <a:p>
            <a:r>
              <a:rPr lang="pl-PL"/>
              <a:t>Kliknij, aby edytować styl</a:t>
            </a:r>
          </a:p>
        </p:txBody>
      </p:sp>
      <p:cxnSp>
        <p:nvCxnSpPr>
          <p:cNvPr id="4" name="Straight Connector 56">
            <a:extLst>
              <a:ext uri="{FF2B5EF4-FFF2-40B4-BE49-F238E27FC236}">
                <a16:creationId xmlns:a16="http://schemas.microsoft.com/office/drawing/2014/main" id="{02F6229E-4B64-479F-B8C2-20EE0D471A9F}"/>
              </a:ext>
            </a:extLst>
          </p:cNvPr>
          <p:cNvCxnSpPr>
            <a:cxnSpLocks/>
          </p:cNvCxnSpPr>
          <p:nvPr userDrawn="1"/>
        </p:nvCxnSpPr>
        <p:spPr>
          <a:xfrm>
            <a:off x="3003453" y="1694333"/>
            <a:ext cx="618509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94293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Układ z Obraz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E9AB01BA-B985-374F-88FC-B5C22945D9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1656" y="0"/>
            <a:ext cx="4568687" cy="6858000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4353573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Układ z Obraz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FC7D5E34-DD95-7840-83AD-A52EB3FE13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36913" y="0"/>
            <a:ext cx="4959626" cy="6858000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5601970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Układ z Obraz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E4EA03C2-B5C5-BF45-9F92-817AB20740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92545" y="929309"/>
            <a:ext cx="3153690" cy="4999382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7" name="그림 개체 틀 7">
            <a:extLst>
              <a:ext uri="{FF2B5EF4-FFF2-40B4-BE49-F238E27FC236}">
                <a16:creationId xmlns:a16="http://schemas.microsoft.com/office/drawing/2014/main" id="{909188BB-19D4-B445-916C-A79543DD91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2270" y="3518452"/>
            <a:ext cx="3153691" cy="2410239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CD897E49-365C-8745-8744-1006005740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2270" y="929309"/>
            <a:ext cx="3153691" cy="2410239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9453073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Układ z Obraz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2661E9FD-0BB9-5A41-80EC-97214DDB6C5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10057" y="682439"/>
            <a:ext cx="2729948" cy="2690565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7" name="그림 개체 틀 7">
            <a:extLst>
              <a:ext uri="{FF2B5EF4-FFF2-40B4-BE49-F238E27FC236}">
                <a16:creationId xmlns:a16="http://schemas.microsoft.com/office/drawing/2014/main" id="{E293B5C7-C8E2-4F49-91A3-522CCB4C7F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42058" y="682439"/>
            <a:ext cx="2729948" cy="2690565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B1B24FE7-87E3-3245-AFC9-4F7002880A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10057" y="3484997"/>
            <a:ext cx="2729948" cy="2694142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9" name="그림 개체 틀 7">
            <a:extLst>
              <a:ext uri="{FF2B5EF4-FFF2-40B4-BE49-F238E27FC236}">
                <a16:creationId xmlns:a16="http://schemas.microsoft.com/office/drawing/2014/main" id="{FB5A1C7E-F92B-FF4F-91D6-B01ECC47074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2058" y="3484997"/>
            <a:ext cx="2729948" cy="2694142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9529432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Układ z Obraz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593142A5-A821-444B-B051-A52D5E7CC4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16756" y="0"/>
            <a:ext cx="5675244" cy="6858000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7" name="그림 개체 틀 7">
            <a:extLst>
              <a:ext uri="{FF2B5EF4-FFF2-40B4-BE49-F238E27FC236}">
                <a16:creationId xmlns:a16="http://schemas.microsoft.com/office/drawing/2014/main" id="{8F095A44-17A0-7048-9CEC-807F95E43E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8749" y="3300204"/>
            <a:ext cx="2663688" cy="2874893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4" name="Tytuł 1">
            <a:extLst>
              <a:ext uri="{FF2B5EF4-FFF2-40B4-BE49-F238E27FC236}">
                <a16:creationId xmlns:a16="http://schemas.microsoft.com/office/drawing/2014/main" id="{72B6D7B9-2748-4F08-933D-0EAD5097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81" y="681037"/>
            <a:ext cx="5276451" cy="884670"/>
          </a:xfrm>
        </p:spPr>
        <p:txBody>
          <a:bodyPr/>
          <a:lstStyle>
            <a:lvl1pPr algn="l">
              <a:lnSpc>
                <a:spcPct val="88000"/>
              </a:lnSpc>
              <a:defRPr/>
            </a:lvl1pPr>
          </a:lstStyle>
          <a:p>
            <a:r>
              <a:rPr lang="pl-PL"/>
              <a:t>Kliknij, aby edytować styl</a:t>
            </a:r>
          </a:p>
        </p:txBody>
      </p:sp>
      <p:cxnSp>
        <p:nvCxnSpPr>
          <p:cNvPr id="5" name="Straight Connector 56">
            <a:extLst>
              <a:ext uri="{FF2B5EF4-FFF2-40B4-BE49-F238E27FC236}">
                <a16:creationId xmlns:a16="http://schemas.microsoft.com/office/drawing/2014/main" id="{BD823C3D-C6B5-43B5-A67F-A812F2CBDCF7}"/>
              </a:ext>
            </a:extLst>
          </p:cNvPr>
          <p:cNvCxnSpPr>
            <a:cxnSpLocks/>
          </p:cNvCxnSpPr>
          <p:nvPr userDrawn="1"/>
        </p:nvCxnSpPr>
        <p:spPr>
          <a:xfrm>
            <a:off x="729171" y="1694333"/>
            <a:ext cx="530046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7176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Układ z Obraz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108EA53C-D8AF-4845-A938-5088FB846B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6623"/>
            <a:ext cx="12191999" cy="3756991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9360848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Układ z Obraz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E448A48D-A81E-9549-BF02-E7E4BE0182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703769" y="0"/>
            <a:ext cx="3289526" cy="5237921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23A6F5EE-D6E6-2543-B0F3-43B0BB407D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38309" y="3889435"/>
            <a:ext cx="1540497" cy="1540497"/>
          </a:xfrm>
          <a:prstGeom prst="ellipse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5906513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Układ z Obraz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:a16="http://schemas.microsoft.com/office/drawing/2014/main" id="{A012A309-11A4-B44B-A46B-AF98212889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8825" y="0"/>
            <a:ext cx="2828441" cy="4316820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7" name="그림 개체 틀 7">
            <a:extLst>
              <a:ext uri="{FF2B5EF4-FFF2-40B4-BE49-F238E27FC236}">
                <a16:creationId xmlns:a16="http://schemas.microsoft.com/office/drawing/2014/main" id="{395D13E5-2ABC-1C42-A00A-A55F6C2155B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84734" y="2541180"/>
            <a:ext cx="2828441" cy="4316820"/>
          </a:xfrm>
          <a:prstGeom prst="rect">
            <a:avLst/>
          </a:prstGeom>
          <a:pattFill prst="pct5">
            <a:fgClr>
              <a:schemeClr val="accent4"/>
            </a:fgClr>
            <a:bgClr>
              <a:schemeClr val="bg1"/>
            </a:bgClr>
          </a:pattFill>
        </p:spPr>
        <p:txBody>
          <a:bodyPr/>
          <a:lstStyle/>
          <a:p>
            <a:r>
              <a:rPr kumimoji="1" lang="pl-PL" altLang="en-US"/>
              <a:t>Kliknij ikonę, aby dodać obraz</a:t>
            </a:r>
            <a:endParaRPr kumimoji="1" lang="ko-Kore-KR" altLang="en-US"/>
          </a:p>
        </p:txBody>
      </p:sp>
      <p:sp>
        <p:nvSpPr>
          <p:cNvPr id="4" name="Tytuł 1">
            <a:extLst>
              <a:ext uri="{FF2B5EF4-FFF2-40B4-BE49-F238E27FC236}">
                <a16:creationId xmlns:a16="http://schemas.microsoft.com/office/drawing/2014/main" id="{40266B40-01C3-4DBC-8B4F-22CFAC722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82" y="681037"/>
            <a:ext cx="5259994" cy="884670"/>
          </a:xfrm>
        </p:spPr>
        <p:txBody>
          <a:bodyPr/>
          <a:lstStyle>
            <a:lvl1pPr algn="l">
              <a:lnSpc>
                <a:spcPct val="88000"/>
              </a:lnSpc>
              <a:defRPr/>
            </a:lvl1pPr>
          </a:lstStyle>
          <a:p>
            <a:r>
              <a:rPr lang="pl-PL"/>
              <a:t>Kliknij, aby edytować styl</a:t>
            </a:r>
          </a:p>
        </p:txBody>
      </p:sp>
      <p:cxnSp>
        <p:nvCxnSpPr>
          <p:cNvPr id="5" name="Straight Connector 56">
            <a:extLst>
              <a:ext uri="{FF2B5EF4-FFF2-40B4-BE49-F238E27FC236}">
                <a16:creationId xmlns:a16="http://schemas.microsoft.com/office/drawing/2014/main" id="{7CD490D3-AA52-4192-B71B-89AEAEE2DE26}"/>
              </a:ext>
            </a:extLst>
          </p:cNvPr>
          <p:cNvCxnSpPr>
            <a:cxnSpLocks/>
          </p:cNvCxnSpPr>
          <p:nvPr userDrawn="1"/>
        </p:nvCxnSpPr>
        <p:spPr>
          <a:xfrm>
            <a:off x="729171" y="1694333"/>
            <a:ext cx="5300461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65943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-212035" y="1815548"/>
            <a:ext cx="4823792" cy="3034748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6DBC63-BC0E-417C-A540-EF71015173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12373" y="1604960"/>
            <a:ext cx="6402571" cy="386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64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12192000" cy="3429000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36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618163" cy="6858000"/>
          </a:xfrm>
          <a:custGeom>
            <a:avLst/>
            <a:gdLst>
              <a:gd name="connsiteX0" fmla="*/ 1404731 w 5618163"/>
              <a:gd name="connsiteY0" fmla="*/ 0 h 6858000"/>
              <a:gd name="connsiteX1" fmla="*/ 5618163 w 5618163"/>
              <a:gd name="connsiteY1" fmla="*/ 0 h 6858000"/>
              <a:gd name="connsiteX2" fmla="*/ 5618163 w 5618163"/>
              <a:gd name="connsiteY2" fmla="*/ 3706 h 6858000"/>
              <a:gd name="connsiteX3" fmla="*/ 4214192 w 5618163"/>
              <a:gd name="connsiteY3" fmla="*/ 6858000 h 6858000"/>
              <a:gd name="connsiteX4" fmla="*/ 0 w 5618163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8163" h="6858000">
                <a:moveTo>
                  <a:pt x="1404731" y="0"/>
                </a:moveTo>
                <a:lnTo>
                  <a:pt x="5618163" y="0"/>
                </a:lnTo>
                <a:lnTo>
                  <a:pt x="5618163" y="3706"/>
                </a:lnTo>
                <a:lnTo>
                  <a:pt x="4214192" y="6858000"/>
                </a:lnTo>
                <a:lnTo>
                  <a:pt x="0" y="6858000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42401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49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2021002"/>
            <a:ext cx="12192000" cy="2525712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00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6836228" y="1"/>
            <a:ext cx="5355772" cy="6858000"/>
          </a:xfrm>
          <a:custGeom>
            <a:avLst/>
            <a:gdLst>
              <a:gd name="connsiteX0" fmla="*/ 0 w 5355772"/>
              <a:gd name="connsiteY0" fmla="*/ 0 h 6858000"/>
              <a:gd name="connsiteX1" fmla="*/ 3965155 w 5355772"/>
              <a:gd name="connsiteY1" fmla="*/ 0 h 6858000"/>
              <a:gd name="connsiteX2" fmla="*/ 5355772 w 5355772"/>
              <a:gd name="connsiteY2" fmla="*/ 3161859 h 6858000"/>
              <a:gd name="connsiteX3" fmla="*/ 5355772 w 5355772"/>
              <a:gd name="connsiteY3" fmla="*/ 6858000 h 6858000"/>
              <a:gd name="connsiteX4" fmla="*/ 3016217 w 535577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5772" h="6858000">
                <a:moveTo>
                  <a:pt x="0" y="0"/>
                </a:moveTo>
                <a:lnTo>
                  <a:pt x="3965155" y="0"/>
                </a:lnTo>
                <a:lnTo>
                  <a:pt x="5355772" y="3161859"/>
                </a:lnTo>
                <a:lnTo>
                  <a:pt x="5355772" y="6858000"/>
                </a:lnTo>
                <a:lnTo>
                  <a:pt x="3016217" y="6858000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17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50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817938" cy="6858000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525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54465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0"/>
          </p:nvPr>
        </p:nvSpPr>
        <p:spPr>
          <a:xfrm>
            <a:off x="1284139" y="1916778"/>
            <a:ext cx="2025118" cy="2349137"/>
          </a:xfrm>
          <a:custGeom>
            <a:avLst/>
            <a:gdLst>
              <a:gd name="connsiteX0" fmla="*/ 1012559 w 2025118"/>
              <a:gd name="connsiteY0" fmla="*/ 0 h 2349137"/>
              <a:gd name="connsiteX1" fmla="*/ 2025118 w 2025118"/>
              <a:gd name="connsiteY1" fmla="*/ 506280 h 2349137"/>
              <a:gd name="connsiteX2" fmla="*/ 2025118 w 2025118"/>
              <a:gd name="connsiteY2" fmla="*/ 1842858 h 2349137"/>
              <a:gd name="connsiteX3" fmla="*/ 1012559 w 2025118"/>
              <a:gd name="connsiteY3" fmla="*/ 2349137 h 2349137"/>
              <a:gd name="connsiteX4" fmla="*/ 0 w 2025118"/>
              <a:gd name="connsiteY4" fmla="*/ 1842858 h 2349137"/>
              <a:gd name="connsiteX5" fmla="*/ 0 w 2025118"/>
              <a:gd name="connsiteY5" fmla="*/ 506280 h 234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5118" h="2349137">
                <a:moveTo>
                  <a:pt x="1012559" y="0"/>
                </a:moveTo>
                <a:lnTo>
                  <a:pt x="2025118" y="506280"/>
                </a:lnTo>
                <a:lnTo>
                  <a:pt x="2025118" y="1842858"/>
                </a:lnTo>
                <a:lnTo>
                  <a:pt x="1012559" y="2349137"/>
                </a:lnTo>
                <a:lnTo>
                  <a:pt x="0" y="1842858"/>
                </a:lnTo>
                <a:lnTo>
                  <a:pt x="0" y="506280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1"/>
          </p:nvPr>
        </p:nvSpPr>
        <p:spPr>
          <a:xfrm>
            <a:off x="3824139" y="1916778"/>
            <a:ext cx="2025118" cy="2349137"/>
          </a:xfrm>
          <a:custGeom>
            <a:avLst/>
            <a:gdLst>
              <a:gd name="connsiteX0" fmla="*/ 1012559 w 2025118"/>
              <a:gd name="connsiteY0" fmla="*/ 0 h 2349137"/>
              <a:gd name="connsiteX1" fmla="*/ 2025118 w 2025118"/>
              <a:gd name="connsiteY1" fmla="*/ 506280 h 2349137"/>
              <a:gd name="connsiteX2" fmla="*/ 2025118 w 2025118"/>
              <a:gd name="connsiteY2" fmla="*/ 1842858 h 2349137"/>
              <a:gd name="connsiteX3" fmla="*/ 1012559 w 2025118"/>
              <a:gd name="connsiteY3" fmla="*/ 2349137 h 2349137"/>
              <a:gd name="connsiteX4" fmla="*/ 0 w 2025118"/>
              <a:gd name="connsiteY4" fmla="*/ 1842858 h 2349137"/>
              <a:gd name="connsiteX5" fmla="*/ 0 w 2025118"/>
              <a:gd name="connsiteY5" fmla="*/ 506280 h 234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5118" h="2349137">
                <a:moveTo>
                  <a:pt x="1012559" y="0"/>
                </a:moveTo>
                <a:lnTo>
                  <a:pt x="2025118" y="506280"/>
                </a:lnTo>
                <a:lnTo>
                  <a:pt x="2025118" y="1842858"/>
                </a:lnTo>
                <a:lnTo>
                  <a:pt x="1012559" y="2349137"/>
                </a:lnTo>
                <a:lnTo>
                  <a:pt x="0" y="1842858"/>
                </a:lnTo>
                <a:lnTo>
                  <a:pt x="0" y="506280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2"/>
          </p:nvPr>
        </p:nvSpPr>
        <p:spPr>
          <a:xfrm>
            <a:off x="6364139" y="1916778"/>
            <a:ext cx="2025118" cy="2349137"/>
          </a:xfrm>
          <a:custGeom>
            <a:avLst/>
            <a:gdLst>
              <a:gd name="connsiteX0" fmla="*/ 1012559 w 2025118"/>
              <a:gd name="connsiteY0" fmla="*/ 0 h 2349137"/>
              <a:gd name="connsiteX1" fmla="*/ 2025118 w 2025118"/>
              <a:gd name="connsiteY1" fmla="*/ 506280 h 2349137"/>
              <a:gd name="connsiteX2" fmla="*/ 2025118 w 2025118"/>
              <a:gd name="connsiteY2" fmla="*/ 1842858 h 2349137"/>
              <a:gd name="connsiteX3" fmla="*/ 1012559 w 2025118"/>
              <a:gd name="connsiteY3" fmla="*/ 2349137 h 2349137"/>
              <a:gd name="connsiteX4" fmla="*/ 0 w 2025118"/>
              <a:gd name="connsiteY4" fmla="*/ 1842858 h 2349137"/>
              <a:gd name="connsiteX5" fmla="*/ 0 w 2025118"/>
              <a:gd name="connsiteY5" fmla="*/ 506280 h 234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5118" h="2349137">
                <a:moveTo>
                  <a:pt x="1012559" y="0"/>
                </a:moveTo>
                <a:lnTo>
                  <a:pt x="2025118" y="506280"/>
                </a:lnTo>
                <a:lnTo>
                  <a:pt x="2025118" y="1842858"/>
                </a:lnTo>
                <a:lnTo>
                  <a:pt x="1012559" y="2349137"/>
                </a:lnTo>
                <a:lnTo>
                  <a:pt x="0" y="1842858"/>
                </a:lnTo>
                <a:lnTo>
                  <a:pt x="0" y="506280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8904139" y="1916778"/>
            <a:ext cx="2025118" cy="2349137"/>
          </a:xfrm>
          <a:custGeom>
            <a:avLst/>
            <a:gdLst>
              <a:gd name="connsiteX0" fmla="*/ 1012559 w 2025118"/>
              <a:gd name="connsiteY0" fmla="*/ 0 h 2349137"/>
              <a:gd name="connsiteX1" fmla="*/ 2025118 w 2025118"/>
              <a:gd name="connsiteY1" fmla="*/ 506280 h 2349137"/>
              <a:gd name="connsiteX2" fmla="*/ 2025118 w 2025118"/>
              <a:gd name="connsiteY2" fmla="*/ 1842858 h 2349137"/>
              <a:gd name="connsiteX3" fmla="*/ 1012559 w 2025118"/>
              <a:gd name="connsiteY3" fmla="*/ 2349137 h 2349137"/>
              <a:gd name="connsiteX4" fmla="*/ 0 w 2025118"/>
              <a:gd name="connsiteY4" fmla="*/ 1842858 h 2349137"/>
              <a:gd name="connsiteX5" fmla="*/ 0 w 2025118"/>
              <a:gd name="connsiteY5" fmla="*/ 506280 h 234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5118" h="2349137">
                <a:moveTo>
                  <a:pt x="1012559" y="0"/>
                </a:moveTo>
                <a:lnTo>
                  <a:pt x="2025118" y="506280"/>
                </a:lnTo>
                <a:lnTo>
                  <a:pt x="2025118" y="1842858"/>
                </a:lnTo>
                <a:lnTo>
                  <a:pt x="1012559" y="2349137"/>
                </a:lnTo>
                <a:lnTo>
                  <a:pt x="0" y="1842858"/>
                </a:lnTo>
                <a:lnTo>
                  <a:pt x="0" y="506280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42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1792139" y="2105467"/>
            <a:ext cx="2025118" cy="2349137"/>
          </a:xfrm>
          <a:custGeom>
            <a:avLst/>
            <a:gdLst>
              <a:gd name="connsiteX0" fmla="*/ 1012559 w 2025118"/>
              <a:gd name="connsiteY0" fmla="*/ 0 h 2349137"/>
              <a:gd name="connsiteX1" fmla="*/ 2025118 w 2025118"/>
              <a:gd name="connsiteY1" fmla="*/ 506280 h 2349137"/>
              <a:gd name="connsiteX2" fmla="*/ 2025118 w 2025118"/>
              <a:gd name="connsiteY2" fmla="*/ 1842858 h 2349137"/>
              <a:gd name="connsiteX3" fmla="*/ 1012559 w 2025118"/>
              <a:gd name="connsiteY3" fmla="*/ 2349137 h 2349137"/>
              <a:gd name="connsiteX4" fmla="*/ 0 w 2025118"/>
              <a:gd name="connsiteY4" fmla="*/ 1842858 h 2349137"/>
              <a:gd name="connsiteX5" fmla="*/ 0 w 2025118"/>
              <a:gd name="connsiteY5" fmla="*/ 506280 h 234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5118" h="2349137">
                <a:moveTo>
                  <a:pt x="1012559" y="0"/>
                </a:moveTo>
                <a:lnTo>
                  <a:pt x="2025118" y="506280"/>
                </a:lnTo>
                <a:lnTo>
                  <a:pt x="2025118" y="1842858"/>
                </a:lnTo>
                <a:lnTo>
                  <a:pt x="1012559" y="2349137"/>
                </a:lnTo>
                <a:lnTo>
                  <a:pt x="0" y="1842858"/>
                </a:lnTo>
                <a:lnTo>
                  <a:pt x="0" y="506280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4864089" y="1851019"/>
            <a:ext cx="2463821" cy="2858032"/>
          </a:xfrm>
          <a:custGeom>
            <a:avLst/>
            <a:gdLst>
              <a:gd name="connsiteX0" fmla="*/ 1012559 w 2025118"/>
              <a:gd name="connsiteY0" fmla="*/ 0 h 2349137"/>
              <a:gd name="connsiteX1" fmla="*/ 2025118 w 2025118"/>
              <a:gd name="connsiteY1" fmla="*/ 506280 h 2349137"/>
              <a:gd name="connsiteX2" fmla="*/ 2025118 w 2025118"/>
              <a:gd name="connsiteY2" fmla="*/ 1842858 h 2349137"/>
              <a:gd name="connsiteX3" fmla="*/ 1012559 w 2025118"/>
              <a:gd name="connsiteY3" fmla="*/ 2349137 h 2349137"/>
              <a:gd name="connsiteX4" fmla="*/ 0 w 2025118"/>
              <a:gd name="connsiteY4" fmla="*/ 1842858 h 2349137"/>
              <a:gd name="connsiteX5" fmla="*/ 0 w 2025118"/>
              <a:gd name="connsiteY5" fmla="*/ 506280 h 234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5118" h="2349137">
                <a:moveTo>
                  <a:pt x="1012559" y="0"/>
                </a:moveTo>
                <a:lnTo>
                  <a:pt x="2025118" y="506280"/>
                </a:lnTo>
                <a:lnTo>
                  <a:pt x="2025118" y="1842858"/>
                </a:lnTo>
                <a:lnTo>
                  <a:pt x="1012559" y="2349137"/>
                </a:lnTo>
                <a:lnTo>
                  <a:pt x="0" y="1842858"/>
                </a:lnTo>
                <a:lnTo>
                  <a:pt x="0" y="506280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8374743" y="2105467"/>
            <a:ext cx="2025118" cy="2349137"/>
          </a:xfrm>
          <a:custGeom>
            <a:avLst/>
            <a:gdLst>
              <a:gd name="connsiteX0" fmla="*/ 1012559 w 2025118"/>
              <a:gd name="connsiteY0" fmla="*/ 0 h 2349137"/>
              <a:gd name="connsiteX1" fmla="*/ 2025118 w 2025118"/>
              <a:gd name="connsiteY1" fmla="*/ 506280 h 2349137"/>
              <a:gd name="connsiteX2" fmla="*/ 2025118 w 2025118"/>
              <a:gd name="connsiteY2" fmla="*/ 1842858 h 2349137"/>
              <a:gd name="connsiteX3" fmla="*/ 1012559 w 2025118"/>
              <a:gd name="connsiteY3" fmla="*/ 2349137 h 2349137"/>
              <a:gd name="connsiteX4" fmla="*/ 0 w 2025118"/>
              <a:gd name="connsiteY4" fmla="*/ 1842858 h 2349137"/>
              <a:gd name="connsiteX5" fmla="*/ 0 w 2025118"/>
              <a:gd name="connsiteY5" fmla="*/ 506280 h 234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5118" h="2349137">
                <a:moveTo>
                  <a:pt x="1012559" y="0"/>
                </a:moveTo>
                <a:lnTo>
                  <a:pt x="2025118" y="506280"/>
                </a:lnTo>
                <a:lnTo>
                  <a:pt x="2025118" y="1842858"/>
                </a:lnTo>
                <a:lnTo>
                  <a:pt x="1012559" y="2349137"/>
                </a:lnTo>
                <a:lnTo>
                  <a:pt x="0" y="1842858"/>
                </a:lnTo>
                <a:lnTo>
                  <a:pt x="0" y="506280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6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95361" y="2116666"/>
            <a:ext cx="1843087" cy="1844675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695361" y="4208084"/>
            <a:ext cx="1843087" cy="1844675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6225303" y="2116666"/>
            <a:ext cx="1843087" cy="1844675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225303" y="4208084"/>
            <a:ext cx="1843087" cy="1844675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11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0"/>
          </p:nvPr>
        </p:nvSpPr>
        <p:spPr>
          <a:xfrm>
            <a:off x="435202" y="2230579"/>
            <a:ext cx="2061482" cy="2404098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8" name="Picture Placeholder 16"/>
          <p:cNvSpPr>
            <a:spLocks noGrp="1"/>
          </p:cNvSpPr>
          <p:nvPr>
            <p:ph type="pic" sz="quarter" idx="11"/>
          </p:nvPr>
        </p:nvSpPr>
        <p:spPr>
          <a:xfrm>
            <a:off x="2684916" y="2057400"/>
            <a:ext cx="2061482" cy="2743199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9" name="Picture Placeholder 16"/>
          <p:cNvSpPr>
            <a:spLocks noGrp="1"/>
          </p:cNvSpPr>
          <p:nvPr>
            <p:ph type="pic" sz="quarter" idx="12"/>
          </p:nvPr>
        </p:nvSpPr>
        <p:spPr>
          <a:xfrm>
            <a:off x="4934630" y="1872343"/>
            <a:ext cx="2322740" cy="3120571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20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9695316" y="2226951"/>
            <a:ext cx="2061482" cy="2404098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21" name="Picture Placeholder 16"/>
          <p:cNvSpPr>
            <a:spLocks noGrp="1"/>
          </p:cNvSpPr>
          <p:nvPr>
            <p:ph type="pic" sz="quarter" idx="14"/>
          </p:nvPr>
        </p:nvSpPr>
        <p:spPr>
          <a:xfrm>
            <a:off x="7445602" y="2053772"/>
            <a:ext cx="2061482" cy="2743199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43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6096000" cy="6872515"/>
          </a:xfrm>
          <a:custGeom>
            <a:avLst/>
            <a:gdLst>
              <a:gd name="connsiteX0" fmla="*/ 0 w 6096000"/>
              <a:gd name="connsiteY0" fmla="*/ 0 h 6872515"/>
              <a:gd name="connsiteX1" fmla="*/ 6096000 w 6096000"/>
              <a:gd name="connsiteY1" fmla="*/ 0 h 6872515"/>
              <a:gd name="connsiteX2" fmla="*/ 3135086 w 6096000"/>
              <a:gd name="connsiteY2" fmla="*/ 6872515 h 6872515"/>
              <a:gd name="connsiteX3" fmla="*/ 0 w 6096000"/>
              <a:gd name="connsiteY3" fmla="*/ 6858000 h 6872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72515">
                <a:moveTo>
                  <a:pt x="0" y="0"/>
                </a:moveTo>
                <a:lnTo>
                  <a:pt x="6096000" y="0"/>
                </a:lnTo>
                <a:lnTo>
                  <a:pt x="3135086" y="6872515"/>
                </a:lnTo>
                <a:lnTo>
                  <a:pt x="0" y="6858000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43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/>
          <p:cNvSpPr>
            <a:spLocks noGrp="1"/>
          </p:cNvSpPr>
          <p:nvPr>
            <p:ph type="pic" sz="quarter" idx="10"/>
          </p:nvPr>
        </p:nvSpPr>
        <p:spPr>
          <a:xfrm>
            <a:off x="6431270" y="0"/>
            <a:ext cx="5760731" cy="6858000"/>
          </a:xfrm>
          <a:custGeom>
            <a:avLst/>
            <a:gdLst>
              <a:gd name="connsiteX0" fmla="*/ 2061027 w 5760731"/>
              <a:gd name="connsiteY0" fmla="*/ 0 h 6858000"/>
              <a:gd name="connsiteX1" fmla="*/ 5760731 w 5760731"/>
              <a:gd name="connsiteY1" fmla="*/ 0 h 6858000"/>
              <a:gd name="connsiteX2" fmla="*/ 5760731 w 5760731"/>
              <a:gd name="connsiteY2" fmla="*/ 6858000 h 6858000"/>
              <a:gd name="connsiteX3" fmla="*/ 4831816 w 5760731"/>
              <a:gd name="connsiteY3" fmla="*/ 6858000 h 6858000"/>
              <a:gd name="connsiteX4" fmla="*/ 1045028 w 5760731"/>
              <a:gd name="connsiteY4" fmla="*/ 0 h 6858000"/>
              <a:gd name="connsiteX5" fmla="*/ 1725760 w 5760731"/>
              <a:gd name="connsiteY5" fmla="*/ 0 h 6858000"/>
              <a:gd name="connsiteX6" fmla="*/ 4496549 w 5760731"/>
              <a:gd name="connsiteY6" fmla="*/ 6858000 h 6858000"/>
              <a:gd name="connsiteX7" fmla="*/ 3815817 w 5760731"/>
              <a:gd name="connsiteY7" fmla="*/ 6858000 h 6858000"/>
              <a:gd name="connsiteX8" fmla="*/ 0 w 5760731"/>
              <a:gd name="connsiteY8" fmla="*/ 0 h 6858000"/>
              <a:gd name="connsiteX9" fmla="*/ 709760 w 5760731"/>
              <a:gd name="connsiteY9" fmla="*/ 0 h 6858000"/>
              <a:gd name="connsiteX10" fmla="*/ 3480549 w 5760731"/>
              <a:gd name="connsiteY10" fmla="*/ 6858000 h 6858000"/>
              <a:gd name="connsiteX11" fmla="*/ 2770789 w 576073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760731" h="6858000">
                <a:moveTo>
                  <a:pt x="2061027" y="0"/>
                </a:moveTo>
                <a:lnTo>
                  <a:pt x="5760731" y="0"/>
                </a:lnTo>
                <a:lnTo>
                  <a:pt x="5760731" y="6858000"/>
                </a:lnTo>
                <a:lnTo>
                  <a:pt x="4831816" y="6858000"/>
                </a:lnTo>
                <a:close/>
                <a:moveTo>
                  <a:pt x="1045028" y="0"/>
                </a:moveTo>
                <a:lnTo>
                  <a:pt x="1725760" y="0"/>
                </a:lnTo>
                <a:lnTo>
                  <a:pt x="4496549" y="6858000"/>
                </a:lnTo>
                <a:lnTo>
                  <a:pt x="3815817" y="6858000"/>
                </a:lnTo>
                <a:close/>
                <a:moveTo>
                  <a:pt x="0" y="0"/>
                </a:moveTo>
                <a:lnTo>
                  <a:pt x="709760" y="0"/>
                </a:lnTo>
                <a:lnTo>
                  <a:pt x="3480549" y="6858000"/>
                </a:lnTo>
                <a:lnTo>
                  <a:pt x="2770789" y="6858000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654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1348707" y="1340610"/>
            <a:ext cx="3600669" cy="4176779"/>
          </a:xfrm>
          <a:custGeom>
            <a:avLst/>
            <a:gdLst>
              <a:gd name="connsiteX0" fmla="*/ 1627851 w 3255702"/>
              <a:gd name="connsiteY0" fmla="*/ 0 h 3776617"/>
              <a:gd name="connsiteX1" fmla="*/ 3255702 w 3255702"/>
              <a:gd name="connsiteY1" fmla="*/ 813926 h 3776617"/>
              <a:gd name="connsiteX2" fmla="*/ 3255702 w 3255702"/>
              <a:gd name="connsiteY2" fmla="*/ 2962691 h 3776617"/>
              <a:gd name="connsiteX3" fmla="*/ 1627851 w 3255702"/>
              <a:gd name="connsiteY3" fmla="*/ 3776617 h 3776617"/>
              <a:gd name="connsiteX4" fmla="*/ 0 w 3255702"/>
              <a:gd name="connsiteY4" fmla="*/ 2962691 h 3776617"/>
              <a:gd name="connsiteX5" fmla="*/ 0 w 3255702"/>
              <a:gd name="connsiteY5" fmla="*/ 813926 h 3776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55702" h="3776617">
                <a:moveTo>
                  <a:pt x="1627851" y="0"/>
                </a:moveTo>
                <a:lnTo>
                  <a:pt x="3255702" y="813926"/>
                </a:lnTo>
                <a:lnTo>
                  <a:pt x="3255702" y="2962691"/>
                </a:lnTo>
                <a:lnTo>
                  <a:pt x="1627851" y="3776617"/>
                </a:lnTo>
                <a:lnTo>
                  <a:pt x="0" y="2962691"/>
                </a:lnTo>
                <a:lnTo>
                  <a:pt x="0" y="813926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01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595086" y="550864"/>
            <a:ext cx="4382861" cy="5705475"/>
          </a:xfrm>
          <a:custGeom>
            <a:avLst/>
            <a:gdLst>
              <a:gd name="connsiteX0" fmla="*/ 0 w 3932237"/>
              <a:gd name="connsiteY0" fmla="*/ 0 h 5705475"/>
              <a:gd name="connsiteX1" fmla="*/ 3932237 w 3932237"/>
              <a:gd name="connsiteY1" fmla="*/ 0 h 5705475"/>
              <a:gd name="connsiteX2" fmla="*/ 3932237 w 3932237"/>
              <a:gd name="connsiteY2" fmla="*/ 625084 h 5705475"/>
              <a:gd name="connsiteX3" fmla="*/ 3482294 w 3932237"/>
              <a:gd name="connsiteY3" fmla="*/ 886051 h 5705475"/>
              <a:gd name="connsiteX4" fmla="*/ 3932237 w 3932237"/>
              <a:gd name="connsiteY4" fmla="*/ 1147018 h 5705475"/>
              <a:gd name="connsiteX5" fmla="*/ 3932237 w 3932237"/>
              <a:gd name="connsiteY5" fmla="*/ 5705475 h 5705475"/>
              <a:gd name="connsiteX6" fmla="*/ 0 w 3932237"/>
              <a:gd name="connsiteY6" fmla="*/ 5705475 h 570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2237" h="5705475">
                <a:moveTo>
                  <a:pt x="0" y="0"/>
                </a:moveTo>
                <a:lnTo>
                  <a:pt x="3932237" y="0"/>
                </a:lnTo>
                <a:lnTo>
                  <a:pt x="3932237" y="625084"/>
                </a:lnTo>
                <a:lnTo>
                  <a:pt x="3482294" y="886051"/>
                </a:lnTo>
                <a:lnTo>
                  <a:pt x="3932237" y="1147018"/>
                </a:lnTo>
                <a:lnTo>
                  <a:pt x="3932237" y="5705475"/>
                </a:lnTo>
                <a:lnTo>
                  <a:pt x="0" y="5705475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46026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6502400" y="0"/>
            <a:ext cx="5689600" cy="6858000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510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5999" cy="6858000"/>
          </a:xfrm>
          <a:custGeom>
            <a:avLst/>
            <a:gdLst>
              <a:gd name="connsiteX0" fmla="*/ 1959427 w 6095999"/>
              <a:gd name="connsiteY0" fmla="*/ 0 h 6858000"/>
              <a:gd name="connsiteX1" fmla="*/ 6095999 w 6095999"/>
              <a:gd name="connsiteY1" fmla="*/ 0 h 6858000"/>
              <a:gd name="connsiteX2" fmla="*/ 6095999 w 6095999"/>
              <a:gd name="connsiteY2" fmla="*/ 6858000 h 6858000"/>
              <a:gd name="connsiteX3" fmla="*/ 1959427 w 6095999"/>
              <a:gd name="connsiteY3" fmla="*/ 6858000 h 6858000"/>
              <a:gd name="connsiteX4" fmla="*/ 0 w 6095999"/>
              <a:gd name="connsiteY4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5999" h="6858000">
                <a:moveTo>
                  <a:pt x="1959427" y="0"/>
                </a:moveTo>
                <a:lnTo>
                  <a:pt x="6095999" y="0"/>
                </a:lnTo>
                <a:lnTo>
                  <a:pt x="6095999" y="6858000"/>
                </a:lnTo>
                <a:lnTo>
                  <a:pt x="1959427" y="6858000"/>
                </a:lnTo>
                <a:lnTo>
                  <a:pt x="0" y="3429000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940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096000" y="3429000"/>
            <a:ext cx="6096000" cy="3429000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9144000" y="0"/>
            <a:ext cx="3048000" cy="3429000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3048000" cy="3429000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63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3429000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8064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0" y="2264230"/>
            <a:ext cx="2264230" cy="2264230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2264230" cy="2264230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0" y="4528460"/>
            <a:ext cx="2264230" cy="2329540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4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2264230" y="2264230"/>
            <a:ext cx="2264230" cy="2264230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5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264230" y="0"/>
            <a:ext cx="2264230" cy="2264230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6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4528460" y="16328"/>
            <a:ext cx="2264230" cy="2264230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744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0" y="2095500"/>
            <a:ext cx="5021943" cy="2667000"/>
          </a:xfrm>
          <a:custGeom>
            <a:avLst/>
            <a:gdLst>
              <a:gd name="connsiteX0" fmla="*/ 0 w 5021943"/>
              <a:gd name="connsiteY0" fmla="*/ 0 h 2667000"/>
              <a:gd name="connsiteX1" fmla="*/ 5021943 w 5021943"/>
              <a:gd name="connsiteY1" fmla="*/ 0 h 2667000"/>
              <a:gd name="connsiteX2" fmla="*/ 2873829 w 5021943"/>
              <a:gd name="connsiteY2" fmla="*/ 2667000 h 2667000"/>
              <a:gd name="connsiteX3" fmla="*/ 0 w 5021943"/>
              <a:gd name="connsiteY3" fmla="*/ 2667000 h 266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21943" h="2667000">
                <a:moveTo>
                  <a:pt x="0" y="0"/>
                </a:moveTo>
                <a:lnTo>
                  <a:pt x="5021943" y="0"/>
                </a:lnTo>
                <a:lnTo>
                  <a:pt x="2873829" y="2667000"/>
                </a:lnTo>
                <a:lnTo>
                  <a:pt x="0" y="2667000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1"/>
          </p:nvPr>
        </p:nvSpPr>
        <p:spPr>
          <a:xfrm>
            <a:off x="3049816" y="2095500"/>
            <a:ext cx="6197599" cy="2681514"/>
          </a:xfrm>
          <a:custGeom>
            <a:avLst/>
            <a:gdLst>
              <a:gd name="connsiteX0" fmla="*/ 2104571 w 6197599"/>
              <a:gd name="connsiteY0" fmla="*/ 0 h 2681514"/>
              <a:gd name="connsiteX1" fmla="*/ 6197599 w 6197599"/>
              <a:gd name="connsiteY1" fmla="*/ 0 h 2681514"/>
              <a:gd name="connsiteX2" fmla="*/ 4107543 w 6197599"/>
              <a:gd name="connsiteY2" fmla="*/ 2681514 h 2681514"/>
              <a:gd name="connsiteX3" fmla="*/ 0 w 6197599"/>
              <a:gd name="connsiteY3" fmla="*/ 2666999 h 2681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97599" h="2681514">
                <a:moveTo>
                  <a:pt x="2104571" y="0"/>
                </a:moveTo>
                <a:lnTo>
                  <a:pt x="6197599" y="0"/>
                </a:lnTo>
                <a:lnTo>
                  <a:pt x="4107543" y="2681514"/>
                </a:lnTo>
                <a:lnTo>
                  <a:pt x="0" y="2666999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2"/>
          </p:nvPr>
        </p:nvSpPr>
        <p:spPr>
          <a:xfrm>
            <a:off x="7300913" y="2080986"/>
            <a:ext cx="4905600" cy="2710542"/>
          </a:xfrm>
          <a:custGeom>
            <a:avLst/>
            <a:gdLst>
              <a:gd name="connsiteX0" fmla="*/ 4905600 w 4905600"/>
              <a:gd name="connsiteY0" fmla="*/ 0 h 2710542"/>
              <a:gd name="connsiteX1" fmla="*/ 4862059 w 4905600"/>
              <a:gd name="connsiteY1" fmla="*/ 2696028 h 2710542"/>
              <a:gd name="connsiteX2" fmla="*/ 0 w 4905600"/>
              <a:gd name="connsiteY2" fmla="*/ 2710542 h 2710542"/>
              <a:gd name="connsiteX3" fmla="*/ 0 w 4905600"/>
              <a:gd name="connsiteY3" fmla="*/ 2710250 h 2710542"/>
              <a:gd name="connsiteX4" fmla="*/ 2104344 w 4905600"/>
              <a:gd name="connsiteY4" fmla="*/ 14514 h 2710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05600" h="2710542">
                <a:moveTo>
                  <a:pt x="4905600" y="0"/>
                </a:moveTo>
                <a:lnTo>
                  <a:pt x="4862059" y="2696028"/>
                </a:lnTo>
                <a:lnTo>
                  <a:pt x="0" y="2710542"/>
                </a:lnTo>
                <a:lnTo>
                  <a:pt x="0" y="2710250"/>
                </a:lnTo>
                <a:lnTo>
                  <a:pt x="2104344" y="14514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693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520700" y="2211615"/>
            <a:ext cx="6400800" cy="2442391"/>
          </a:xfrm>
          <a:custGeom>
            <a:avLst/>
            <a:gdLst>
              <a:gd name="connsiteX0" fmla="*/ 0 w 6400800"/>
              <a:gd name="connsiteY0" fmla="*/ 0 h 2442391"/>
              <a:gd name="connsiteX1" fmla="*/ 6400800 w 6400800"/>
              <a:gd name="connsiteY1" fmla="*/ 0 h 2442391"/>
              <a:gd name="connsiteX2" fmla="*/ 4241730 w 6400800"/>
              <a:gd name="connsiteY2" fmla="*/ 2442391 h 2442391"/>
              <a:gd name="connsiteX3" fmla="*/ 0 w 6400800"/>
              <a:gd name="connsiteY3" fmla="*/ 2434771 h 2442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00800" h="2442391">
                <a:moveTo>
                  <a:pt x="0" y="0"/>
                </a:moveTo>
                <a:lnTo>
                  <a:pt x="6400800" y="0"/>
                </a:lnTo>
                <a:lnTo>
                  <a:pt x="4241730" y="2442391"/>
                </a:lnTo>
                <a:lnTo>
                  <a:pt x="0" y="2434771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5306786" y="2211614"/>
            <a:ext cx="6402614" cy="2442391"/>
          </a:xfrm>
          <a:custGeom>
            <a:avLst/>
            <a:gdLst>
              <a:gd name="connsiteX0" fmla="*/ 2159682 w 6402614"/>
              <a:gd name="connsiteY0" fmla="*/ 0 h 2442391"/>
              <a:gd name="connsiteX1" fmla="*/ 6402614 w 6402614"/>
              <a:gd name="connsiteY1" fmla="*/ 7620 h 2442391"/>
              <a:gd name="connsiteX2" fmla="*/ 6402614 w 6402614"/>
              <a:gd name="connsiteY2" fmla="*/ 2442391 h 2442391"/>
              <a:gd name="connsiteX3" fmla="*/ 0 w 6402614"/>
              <a:gd name="connsiteY3" fmla="*/ 2442391 h 2442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02614" h="2442391">
                <a:moveTo>
                  <a:pt x="2159682" y="0"/>
                </a:moveTo>
                <a:lnTo>
                  <a:pt x="6402614" y="7620"/>
                </a:lnTo>
                <a:lnTo>
                  <a:pt x="6402614" y="2442391"/>
                </a:lnTo>
                <a:lnTo>
                  <a:pt x="0" y="2442391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41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3222171" cy="6858000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3497943" y="0"/>
            <a:ext cx="3222171" cy="3280229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3497943" y="3577771"/>
            <a:ext cx="3222171" cy="3280229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21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933371" cy="6858000"/>
          </a:xfrm>
          <a:custGeom>
            <a:avLst/>
            <a:gdLst>
              <a:gd name="connsiteX0" fmla="*/ 983343 w 3933371"/>
              <a:gd name="connsiteY0" fmla="*/ 0 h 6858000"/>
              <a:gd name="connsiteX1" fmla="*/ 3933371 w 3933371"/>
              <a:gd name="connsiteY1" fmla="*/ 0 h 6858000"/>
              <a:gd name="connsiteX2" fmla="*/ 2950028 w 3933371"/>
              <a:gd name="connsiteY2" fmla="*/ 6858000 h 6858000"/>
              <a:gd name="connsiteX3" fmla="*/ 0 w 39333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3371" h="6858000">
                <a:moveTo>
                  <a:pt x="983343" y="0"/>
                </a:moveTo>
                <a:lnTo>
                  <a:pt x="3933371" y="0"/>
                </a:lnTo>
                <a:lnTo>
                  <a:pt x="2950028" y="6858000"/>
                </a:lnTo>
                <a:lnTo>
                  <a:pt x="0" y="6858000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1"/>
          </p:nvPr>
        </p:nvSpPr>
        <p:spPr>
          <a:xfrm>
            <a:off x="2931886" y="0"/>
            <a:ext cx="3933371" cy="6858000"/>
          </a:xfrm>
          <a:custGeom>
            <a:avLst/>
            <a:gdLst>
              <a:gd name="connsiteX0" fmla="*/ 983343 w 3933371"/>
              <a:gd name="connsiteY0" fmla="*/ 0 h 6858000"/>
              <a:gd name="connsiteX1" fmla="*/ 3933371 w 3933371"/>
              <a:gd name="connsiteY1" fmla="*/ 0 h 6858000"/>
              <a:gd name="connsiteX2" fmla="*/ 2950028 w 3933371"/>
              <a:gd name="connsiteY2" fmla="*/ 6858000 h 6858000"/>
              <a:gd name="connsiteX3" fmla="*/ 0 w 39333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3371" h="6858000">
                <a:moveTo>
                  <a:pt x="983343" y="0"/>
                </a:moveTo>
                <a:lnTo>
                  <a:pt x="3933371" y="0"/>
                </a:lnTo>
                <a:lnTo>
                  <a:pt x="2950028" y="6858000"/>
                </a:lnTo>
                <a:lnTo>
                  <a:pt x="0" y="6858000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43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0"/>
          </p:nvPr>
        </p:nvSpPr>
        <p:spPr>
          <a:xfrm>
            <a:off x="4542973" y="333828"/>
            <a:ext cx="3628570" cy="2950028"/>
          </a:xfrm>
          <a:custGeom>
            <a:avLst/>
            <a:gdLst>
              <a:gd name="connsiteX0" fmla="*/ 0 w 3628570"/>
              <a:gd name="connsiteY0" fmla="*/ 0 h 2950028"/>
              <a:gd name="connsiteX1" fmla="*/ 2746659 w 3628570"/>
              <a:gd name="connsiteY1" fmla="*/ 0 h 2950028"/>
              <a:gd name="connsiteX2" fmla="*/ 3628570 w 3628570"/>
              <a:gd name="connsiteY2" fmla="*/ 2950028 h 2950028"/>
              <a:gd name="connsiteX3" fmla="*/ 881911 w 3628570"/>
              <a:gd name="connsiteY3" fmla="*/ 2950028 h 2950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8570" h="2950028">
                <a:moveTo>
                  <a:pt x="0" y="0"/>
                </a:moveTo>
                <a:lnTo>
                  <a:pt x="2746659" y="0"/>
                </a:lnTo>
                <a:lnTo>
                  <a:pt x="3628570" y="2950028"/>
                </a:lnTo>
                <a:lnTo>
                  <a:pt x="881911" y="2950028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1"/>
          </p:nvPr>
        </p:nvSpPr>
        <p:spPr>
          <a:xfrm>
            <a:off x="7576459" y="333828"/>
            <a:ext cx="3628570" cy="2950028"/>
          </a:xfrm>
          <a:custGeom>
            <a:avLst/>
            <a:gdLst>
              <a:gd name="connsiteX0" fmla="*/ 0 w 3628570"/>
              <a:gd name="connsiteY0" fmla="*/ 0 h 2950028"/>
              <a:gd name="connsiteX1" fmla="*/ 2746659 w 3628570"/>
              <a:gd name="connsiteY1" fmla="*/ 0 h 2950028"/>
              <a:gd name="connsiteX2" fmla="*/ 3628570 w 3628570"/>
              <a:gd name="connsiteY2" fmla="*/ 2950028 h 2950028"/>
              <a:gd name="connsiteX3" fmla="*/ 881911 w 3628570"/>
              <a:gd name="connsiteY3" fmla="*/ 2950028 h 2950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8570" h="2950028">
                <a:moveTo>
                  <a:pt x="0" y="0"/>
                </a:moveTo>
                <a:lnTo>
                  <a:pt x="2746659" y="0"/>
                </a:lnTo>
                <a:lnTo>
                  <a:pt x="3628570" y="2950028"/>
                </a:lnTo>
                <a:lnTo>
                  <a:pt x="881911" y="2950028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2"/>
          </p:nvPr>
        </p:nvSpPr>
        <p:spPr>
          <a:xfrm>
            <a:off x="5529944" y="3570514"/>
            <a:ext cx="3628570" cy="2950028"/>
          </a:xfrm>
          <a:custGeom>
            <a:avLst/>
            <a:gdLst>
              <a:gd name="connsiteX0" fmla="*/ 0 w 3628570"/>
              <a:gd name="connsiteY0" fmla="*/ 0 h 2950028"/>
              <a:gd name="connsiteX1" fmla="*/ 2746659 w 3628570"/>
              <a:gd name="connsiteY1" fmla="*/ 0 h 2950028"/>
              <a:gd name="connsiteX2" fmla="*/ 3628570 w 3628570"/>
              <a:gd name="connsiteY2" fmla="*/ 2950028 h 2950028"/>
              <a:gd name="connsiteX3" fmla="*/ 881911 w 3628570"/>
              <a:gd name="connsiteY3" fmla="*/ 2950028 h 2950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8570" h="2950028">
                <a:moveTo>
                  <a:pt x="0" y="0"/>
                </a:moveTo>
                <a:lnTo>
                  <a:pt x="2746659" y="0"/>
                </a:lnTo>
                <a:lnTo>
                  <a:pt x="3628570" y="2950028"/>
                </a:lnTo>
                <a:lnTo>
                  <a:pt x="881911" y="2950028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8563430" y="3570514"/>
            <a:ext cx="3628570" cy="2950028"/>
          </a:xfrm>
          <a:custGeom>
            <a:avLst/>
            <a:gdLst>
              <a:gd name="connsiteX0" fmla="*/ 0 w 3628570"/>
              <a:gd name="connsiteY0" fmla="*/ 0 h 2950028"/>
              <a:gd name="connsiteX1" fmla="*/ 2746659 w 3628570"/>
              <a:gd name="connsiteY1" fmla="*/ 0 h 2950028"/>
              <a:gd name="connsiteX2" fmla="*/ 3628570 w 3628570"/>
              <a:gd name="connsiteY2" fmla="*/ 2950028 h 2950028"/>
              <a:gd name="connsiteX3" fmla="*/ 881911 w 3628570"/>
              <a:gd name="connsiteY3" fmla="*/ 2950028 h 2950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8570" h="2950028">
                <a:moveTo>
                  <a:pt x="0" y="0"/>
                </a:moveTo>
                <a:lnTo>
                  <a:pt x="2746659" y="0"/>
                </a:lnTo>
                <a:lnTo>
                  <a:pt x="3628570" y="2950028"/>
                </a:lnTo>
                <a:lnTo>
                  <a:pt x="881911" y="2950028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646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/>
          <p:cNvSpPr>
            <a:spLocks noGrp="1"/>
          </p:cNvSpPr>
          <p:nvPr>
            <p:ph type="pic" sz="quarter" idx="10"/>
          </p:nvPr>
        </p:nvSpPr>
        <p:spPr>
          <a:xfrm>
            <a:off x="928913" y="102324"/>
            <a:ext cx="2104572" cy="2441304"/>
          </a:xfrm>
          <a:custGeom>
            <a:avLst/>
            <a:gdLst>
              <a:gd name="connsiteX0" fmla="*/ 1052286 w 2104572"/>
              <a:gd name="connsiteY0" fmla="*/ 0 h 2441304"/>
              <a:gd name="connsiteX1" fmla="*/ 2104572 w 2104572"/>
              <a:gd name="connsiteY1" fmla="*/ 526143 h 2441304"/>
              <a:gd name="connsiteX2" fmla="*/ 2104572 w 2104572"/>
              <a:gd name="connsiteY2" fmla="*/ 1915161 h 2441304"/>
              <a:gd name="connsiteX3" fmla="*/ 1052286 w 2104572"/>
              <a:gd name="connsiteY3" fmla="*/ 2441304 h 2441304"/>
              <a:gd name="connsiteX4" fmla="*/ 0 w 2104572"/>
              <a:gd name="connsiteY4" fmla="*/ 1915161 h 2441304"/>
              <a:gd name="connsiteX5" fmla="*/ 0 w 2104572"/>
              <a:gd name="connsiteY5" fmla="*/ 526143 h 244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4572" h="2441304">
                <a:moveTo>
                  <a:pt x="1052286" y="0"/>
                </a:moveTo>
                <a:lnTo>
                  <a:pt x="2104572" y="526143"/>
                </a:lnTo>
                <a:lnTo>
                  <a:pt x="2104572" y="1915161"/>
                </a:lnTo>
                <a:lnTo>
                  <a:pt x="1052286" y="2441304"/>
                </a:lnTo>
                <a:lnTo>
                  <a:pt x="0" y="1915161"/>
                </a:lnTo>
                <a:lnTo>
                  <a:pt x="0" y="526143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32" name="Picture Placeholder 31"/>
          <p:cNvSpPr>
            <a:spLocks noGrp="1"/>
          </p:cNvSpPr>
          <p:nvPr>
            <p:ph type="pic" sz="quarter" idx="11"/>
          </p:nvPr>
        </p:nvSpPr>
        <p:spPr>
          <a:xfrm>
            <a:off x="3251198" y="102324"/>
            <a:ext cx="2104572" cy="2441304"/>
          </a:xfrm>
          <a:custGeom>
            <a:avLst/>
            <a:gdLst>
              <a:gd name="connsiteX0" fmla="*/ 1052286 w 2104572"/>
              <a:gd name="connsiteY0" fmla="*/ 0 h 2441304"/>
              <a:gd name="connsiteX1" fmla="*/ 2104572 w 2104572"/>
              <a:gd name="connsiteY1" fmla="*/ 526143 h 2441304"/>
              <a:gd name="connsiteX2" fmla="*/ 2104572 w 2104572"/>
              <a:gd name="connsiteY2" fmla="*/ 1915161 h 2441304"/>
              <a:gd name="connsiteX3" fmla="*/ 1052286 w 2104572"/>
              <a:gd name="connsiteY3" fmla="*/ 2441304 h 2441304"/>
              <a:gd name="connsiteX4" fmla="*/ 0 w 2104572"/>
              <a:gd name="connsiteY4" fmla="*/ 1915161 h 2441304"/>
              <a:gd name="connsiteX5" fmla="*/ 0 w 2104572"/>
              <a:gd name="connsiteY5" fmla="*/ 526143 h 244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4572" h="2441304">
                <a:moveTo>
                  <a:pt x="1052286" y="0"/>
                </a:moveTo>
                <a:lnTo>
                  <a:pt x="2104572" y="526143"/>
                </a:lnTo>
                <a:lnTo>
                  <a:pt x="2104572" y="1915161"/>
                </a:lnTo>
                <a:lnTo>
                  <a:pt x="1052286" y="2441304"/>
                </a:lnTo>
                <a:lnTo>
                  <a:pt x="0" y="1915161"/>
                </a:lnTo>
                <a:lnTo>
                  <a:pt x="0" y="526143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33" name="Picture Placeholder 32"/>
          <p:cNvSpPr>
            <a:spLocks noGrp="1"/>
          </p:cNvSpPr>
          <p:nvPr>
            <p:ph type="pic" sz="quarter" idx="12"/>
          </p:nvPr>
        </p:nvSpPr>
        <p:spPr>
          <a:xfrm>
            <a:off x="4412341" y="2177867"/>
            <a:ext cx="2104572" cy="2441304"/>
          </a:xfrm>
          <a:custGeom>
            <a:avLst/>
            <a:gdLst>
              <a:gd name="connsiteX0" fmla="*/ 1052286 w 2104572"/>
              <a:gd name="connsiteY0" fmla="*/ 0 h 2441304"/>
              <a:gd name="connsiteX1" fmla="*/ 2104572 w 2104572"/>
              <a:gd name="connsiteY1" fmla="*/ 526143 h 2441304"/>
              <a:gd name="connsiteX2" fmla="*/ 2104572 w 2104572"/>
              <a:gd name="connsiteY2" fmla="*/ 1915161 h 2441304"/>
              <a:gd name="connsiteX3" fmla="*/ 1052286 w 2104572"/>
              <a:gd name="connsiteY3" fmla="*/ 2441304 h 2441304"/>
              <a:gd name="connsiteX4" fmla="*/ 0 w 2104572"/>
              <a:gd name="connsiteY4" fmla="*/ 1915161 h 2441304"/>
              <a:gd name="connsiteX5" fmla="*/ 0 w 2104572"/>
              <a:gd name="connsiteY5" fmla="*/ 526143 h 244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4572" h="2441304">
                <a:moveTo>
                  <a:pt x="1052286" y="0"/>
                </a:moveTo>
                <a:lnTo>
                  <a:pt x="2104572" y="526143"/>
                </a:lnTo>
                <a:lnTo>
                  <a:pt x="2104572" y="1915161"/>
                </a:lnTo>
                <a:lnTo>
                  <a:pt x="1052286" y="2441304"/>
                </a:lnTo>
                <a:lnTo>
                  <a:pt x="0" y="1915161"/>
                </a:lnTo>
                <a:lnTo>
                  <a:pt x="0" y="526143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34" name="Picture Placeholder 33"/>
          <p:cNvSpPr>
            <a:spLocks noGrp="1"/>
          </p:cNvSpPr>
          <p:nvPr>
            <p:ph type="pic" sz="quarter" idx="13"/>
          </p:nvPr>
        </p:nvSpPr>
        <p:spPr>
          <a:xfrm>
            <a:off x="2090055" y="2177867"/>
            <a:ext cx="2104572" cy="2441304"/>
          </a:xfrm>
          <a:custGeom>
            <a:avLst/>
            <a:gdLst>
              <a:gd name="connsiteX0" fmla="*/ 1052286 w 2104572"/>
              <a:gd name="connsiteY0" fmla="*/ 0 h 2441304"/>
              <a:gd name="connsiteX1" fmla="*/ 2104572 w 2104572"/>
              <a:gd name="connsiteY1" fmla="*/ 526143 h 2441304"/>
              <a:gd name="connsiteX2" fmla="*/ 2104572 w 2104572"/>
              <a:gd name="connsiteY2" fmla="*/ 1915161 h 2441304"/>
              <a:gd name="connsiteX3" fmla="*/ 1052286 w 2104572"/>
              <a:gd name="connsiteY3" fmla="*/ 2441304 h 2441304"/>
              <a:gd name="connsiteX4" fmla="*/ 0 w 2104572"/>
              <a:gd name="connsiteY4" fmla="*/ 1915161 h 2441304"/>
              <a:gd name="connsiteX5" fmla="*/ 0 w 2104572"/>
              <a:gd name="connsiteY5" fmla="*/ 526143 h 244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4572" h="2441304">
                <a:moveTo>
                  <a:pt x="1052286" y="0"/>
                </a:moveTo>
                <a:lnTo>
                  <a:pt x="2104572" y="526143"/>
                </a:lnTo>
                <a:lnTo>
                  <a:pt x="2104572" y="1915161"/>
                </a:lnTo>
                <a:lnTo>
                  <a:pt x="1052286" y="2441304"/>
                </a:lnTo>
                <a:lnTo>
                  <a:pt x="0" y="1915161"/>
                </a:lnTo>
                <a:lnTo>
                  <a:pt x="0" y="526143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35" name="Picture Placeholder 34"/>
          <p:cNvSpPr>
            <a:spLocks noGrp="1"/>
          </p:cNvSpPr>
          <p:nvPr>
            <p:ph type="pic" sz="quarter" idx="14"/>
          </p:nvPr>
        </p:nvSpPr>
        <p:spPr>
          <a:xfrm>
            <a:off x="928913" y="4253410"/>
            <a:ext cx="2104572" cy="2441304"/>
          </a:xfrm>
          <a:custGeom>
            <a:avLst/>
            <a:gdLst>
              <a:gd name="connsiteX0" fmla="*/ 1052286 w 2104572"/>
              <a:gd name="connsiteY0" fmla="*/ 0 h 2441304"/>
              <a:gd name="connsiteX1" fmla="*/ 2104572 w 2104572"/>
              <a:gd name="connsiteY1" fmla="*/ 526143 h 2441304"/>
              <a:gd name="connsiteX2" fmla="*/ 2104572 w 2104572"/>
              <a:gd name="connsiteY2" fmla="*/ 1915161 h 2441304"/>
              <a:gd name="connsiteX3" fmla="*/ 1052286 w 2104572"/>
              <a:gd name="connsiteY3" fmla="*/ 2441304 h 2441304"/>
              <a:gd name="connsiteX4" fmla="*/ 0 w 2104572"/>
              <a:gd name="connsiteY4" fmla="*/ 1915161 h 2441304"/>
              <a:gd name="connsiteX5" fmla="*/ 0 w 2104572"/>
              <a:gd name="connsiteY5" fmla="*/ 526143 h 244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4572" h="2441304">
                <a:moveTo>
                  <a:pt x="1052286" y="0"/>
                </a:moveTo>
                <a:lnTo>
                  <a:pt x="2104572" y="526143"/>
                </a:lnTo>
                <a:lnTo>
                  <a:pt x="2104572" y="1915161"/>
                </a:lnTo>
                <a:lnTo>
                  <a:pt x="1052286" y="2441304"/>
                </a:lnTo>
                <a:lnTo>
                  <a:pt x="0" y="1915161"/>
                </a:lnTo>
                <a:lnTo>
                  <a:pt x="0" y="526143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36" name="Picture Placeholder 35"/>
          <p:cNvSpPr>
            <a:spLocks noGrp="1"/>
          </p:cNvSpPr>
          <p:nvPr>
            <p:ph type="pic" sz="quarter" idx="15"/>
          </p:nvPr>
        </p:nvSpPr>
        <p:spPr>
          <a:xfrm>
            <a:off x="3251198" y="4253410"/>
            <a:ext cx="2104572" cy="2441304"/>
          </a:xfrm>
          <a:custGeom>
            <a:avLst/>
            <a:gdLst>
              <a:gd name="connsiteX0" fmla="*/ 1052286 w 2104572"/>
              <a:gd name="connsiteY0" fmla="*/ 0 h 2441304"/>
              <a:gd name="connsiteX1" fmla="*/ 2104572 w 2104572"/>
              <a:gd name="connsiteY1" fmla="*/ 526143 h 2441304"/>
              <a:gd name="connsiteX2" fmla="*/ 2104572 w 2104572"/>
              <a:gd name="connsiteY2" fmla="*/ 1915161 h 2441304"/>
              <a:gd name="connsiteX3" fmla="*/ 1052286 w 2104572"/>
              <a:gd name="connsiteY3" fmla="*/ 2441304 h 2441304"/>
              <a:gd name="connsiteX4" fmla="*/ 0 w 2104572"/>
              <a:gd name="connsiteY4" fmla="*/ 1915161 h 2441304"/>
              <a:gd name="connsiteX5" fmla="*/ 0 w 2104572"/>
              <a:gd name="connsiteY5" fmla="*/ 526143 h 244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4572" h="2441304">
                <a:moveTo>
                  <a:pt x="1052286" y="0"/>
                </a:moveTo>
                <a:lnTo>
                  <a:pt x="2104572" y="526143"/>
                </a:lnTo>
                <a:lnTo>
                  <a:pt x="2104572" y="1915161"/>
                </a:lnTo>
                <a:lnTo>
                  <a:pt x="1052286" y="2441304"/>
                </a:lnTo>
                <a:lnTo>
                  <a:pt x="0" y="1915161"/>
                </a:lnTo>
                <a:lnTo>
                  <a:pt x="0" y="526143"/>
                </a:lnTo>
                <a:close/>
              </a:path>
            </a:pathLst>
          </a:custGeo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76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347662" y="334283"/>
            <a:ext cx="2743200" cy="2974975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347662" y="3527425"/>
            <a:ext cx="2743200" cy="2974975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3294062" y="1096056"/>
            <a:ext cx="2743200" cy="4658631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84905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524001" y="1886177"/>
            <a:ext cx="3671432" cy="2134281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014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524001" y="1069433"/>
            <a:ext cx="3671432" cy="2134281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1524001" y="3653606"/>
            <a:ext cx="3671432" cy="2134281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67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996566" y="1069433"/>
            <a:ext cx="3671432" cy="2134281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6996566" y="3653606"/>
            <a:ext cx="3671432" cy="2134281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30775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524001" y="2361859"/>
            <a:ext cx="3671432" cy="2134281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2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3803374" y="2345635"/>
            <a:ext cx="4558748" cy="2623930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7454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4818743" y="2953886"/>
            <a:ext cx="2496458" cy="4390343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94586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7852229" y="1200297"/>
            <a:ext cx="3468914" cy="1992846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6139543" y="2196720"/>
            <a:ext cx="2540908" cy="1587880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3765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2274325" y="2006204"/>
            <a:ext cx="1953119" cy="3427187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0516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7831820" y="1502621"/>
            <a:ext cx="2266122" cy="3957275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74399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5213350" y="2499360"/>
            <a:ext cx="1727200" cy="3063241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80206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2960461" y="1639888"/>
            <a:ext cx="1989138" cy="3482975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1553028" y="1828800"/>
            <a:ext cx="1770744" cy="3106057"/>
          </a:xfrm>
          <a:pattFill prst="solidDmn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0790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gradFill>
          <a:gsLst>
            <a:gs pos="66000">
              <a:srgbClr val="000A66">
                <a:lumMod val="35000"/>
              </a:srgbClr>
            </a:gs>
            <a:gs pos="84000">
              <a:srgbClr val="150A26"/>
            </a:gs>
            <a:gs pos="0">
              <a:srgbClr val="38164D"/>
            </a:gs>
            <a:gs pos="19000">
              <a:srgbClr val="150A26">
                <a:lumMod val="92000"/>
              </a:srgbClr>
            </a:gs>
            <a:gs pos="100000">
              <a:srgbClr val="38174D">
                <a:lumMod val="97924"/>
                <a:lumOff val="2076"/>
              </a:srgb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3">
            <a:extLst>
              <a:ext uri="{FF2B5EF4-FFF2-40B4-BE49-F238E27FC236}">
                <a16:creationId xmlns:a16="http://schemas.microsoft.com/office/drawing/2014/main" id="{B178B83B-CFF2-447D-A5E9-68DFA761E4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088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3182" y="681037"/>
            <a:ext cx="10685638" cy="88467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3182" y="1825625"/>
            <a:ext cx="10685638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7" name="SlideNumber">
            <a:extLst>
              <a:ext uri="{FF2B5EF4-FFF2-40B4-BE49-F238E27FC236}">
                <a16:creationId xmlns:a16="http://schemas.microsoft.com/office/drawing/2014/main" id="{BEE47C87-3832-4630-8774-596CD4499048}"/>
              </a:ext>
            </a:extLst>
          </p:cNvPr>
          <p:cNvSpPr txBox="1"/>
          <p:nvPr userDrawn="1"/>
        </p:nvSpPr>
        <p:spPr>
          <a:xfrm>
            <a:off x="11298306" y="6385024"/>
            <a:ext cx="15709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3CC74-D785-4C96-8C6E-EB177D1B9A1D}" type="slidenum">
              <a:rPr lang="en-GB" sz="10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100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DTP_Copyright">
            <a:extLst>
              <a:ext uri="{FF2B5EF4-FFF2-40B4-BE49-F238E27FC236}">
                <a16:creationId xmlns:a16="http://schemas.microsoft.com/office/drawing/2014/main" id="{3C37721D-C79B-4DA0-BF2F-62E825DD9D34}"/>
              </a:ext>
            </a:extLst>
          </p:cNvPr>
          <p:cNvSpPr txBox="1"/>
          <p:nvPr userDrawn="1"/>
        </p:nvSpPr>
        <p:spPr>
          <a:xfrm>
            <a:off x="736600" y="6385024"/>
            <a:ext cx="1493999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l-PL" sz="1000" b="0" i="0" u="none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Prezentacja Grupy </a:t>
            </a:r>
            <a:r>
              <a:rPr lang="pl-PL" sz="1000" b="0" i="0" u="none" baseline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Atende</a:t>
            </a:r>
            <a:endParaRPr lang="en-GB" sz="1000" b="0" i="0" u="none" baseline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97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823" r:id="rId2"/>
    <p:sldLayoutId id="2147483824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938" r:id="rId12"/>
    <p:sldLayoutId id="2147483948" r:id="rId13"/>
    <p:sldLayoutId id="2147483895" r:id="rId14"/>
    <p:sldLayoutId id="2147483896" r:id="rId15"/>
    <p:sldLayoutId id="2147483897" r:id="rId16"/>
    <p:sldLayoutId id="2147483898" r:id="rId17"/>
    <p:sldLayoutId id="2147483899" r:id="rId18"/>
    <p:sldLayoutId id="2147483900" r:id="rId19"/>
    <p:sldLayoutId id="2147483949" r:id="rId20"/>
    <p:sldLayoutId id="2147483902" r:id="rId21"/>
    <p:sldLayoutId id="2147483903" r:id="rId22"/>
    <p:sldLayoutId id="2147483950" r:id="rId23"/>
    <p:sldLayoutId id="2147483905" r:id="rId24"/>
    <p:sldLayoutId id="2147483906" r:id="rId25"/>
    <p:sldLayoutId id="2147483951" r:id="rId26"/>
    <p:sldLayoutId id="2147483908" r:id="rId27"/>
    <p:sldLayoutId id="2147483909" r:id="rId28"/>
    <p:sldLayoutId id="2147483910" r:id="rId29"/>
    <p:sldLayoutId id="2147483911" r:id="rId30"/>
    <p:sldLayoutId id="2147483912" r:id="rId31"/>
    <p:sldLayoutId id="2147483913" r:id="rId32"/>
    <p:sldLayoutId id="2147483914" r:id="rId33"/>
    <p:sldLayoutId id="2147483915" r:id="rId34"/>
    <p:sldLayoutId id="2147483916" r:id="rId35"/>
    <p:sldLayoutId id="2147483917" r:id="rId36"/>
    <p:sldLayoutId id="2147483952" r:id="rId37"/>
    <p:sldLayoutId id="2147483918" r:id="rId38"/>
    <p:sldLayoutId id="2147483919" r:id="rId39"/>
    <p:sldLayoutId id="2147483920" r:id="rId40"/>
    <p:sldLayoutId id="2147483921" r:id="rId41"/>
    <p:sldLayoutId id="2147483922" r:id="rId42"/>
    <p:sldLayoutId id="2147483923" r:id="rId43"/>
    <p:sldLayoutId id="2147483924" r:id="rId44"/>
    <p:sldLayoutId id="2147483925" r:id="rId45"/>
    <p:sldLayoutId id="2147483926" r:id="rId46"/>
    <p:sldLayoutId id="2147483927" r:id="rId47"/>
    <p:sldLayoutId id="2147483928" r:id="rId48"/>
    <p:sldLayoutId id="2147483929" r:id="rId49"/>
    <p:sldLayoutId id="2147483930" r:id="rId50"/>
    <p:sldLayoutId id="2147483931" r:id="rId51"/>
    <p:sldLayoutId id="2147483932" r:id="rId52"/>
    <p:sldLayoutId id="2147483933" r:id="rId53"/>
    <p:sldLayoutId id="2147483934" r:id="rId54"/>
    <p:sldLayoutId id="2147483935" r:id="rId55"/>
    <p:sldLayoutId id="2147483936" r:id="rId56"/>
    <p:sldLayoutId id="2147483841" r:id="rId57"/>
    <p:sldLayoutId id="2147483842" r:id="rId58"/>
    <p:sldLayoutId id="2147483843" r:id="rId59"/>
    <p:sldLayoutId id="2147483844" r:id="rId60"/>
    <p:sldLayoutId id="2147483845" r:id="rId61"/>
    <p:sldLayoutId id="2147483846" r:id="rId62"/>
    <p:sldLayoutId id="2147483847" r:id="rId63"/>
    <p:sldLayoutId id="2147483848" r:id="rId64"/>
    <p:sldLayoutId id="2147483850" r:id="rId65"/>
    <p:sldLayoutId id="2147483851" r:id="rId66"/>
    <p:sldLayoutId id="2147483852" r:id="rId67"/>
    <p:sldLayoutId id="2147483853" r:id="rId68"/>
    <p:sldLayoutId id="2147483854" r:id="rId69"/>
    <p:sldLayoutId id="2147483855" r:id="rId70"/>
    <p:sldLayoutId id="2147483856" r:id="rId71"/>
    <p:sldLayoutId id="2147483857" r:id="rId72"/>
    <p:sldLayoutId id="2147483858" r:id="rId73"/>
    <p:sldLayoutId id="2147483859" r:id="rId74"/>
    <p:sldLayoutId id="2147483860" r:id="rId75"/>
    <p:sldLayoutId id="2147483861" r:id="rId76"/>
    <p:sldLayoutId id="2147483862" r:id="rId77"/>
    <p:sldLayoutId id="2147483863" r:id="rId78"/>
    <p:sldLayoutId id="2147483864" r:id="rId79"/>
    <p:sldLayoutId id="2147483865" r:id="rId80"/>
    <p:sldLayoutId id="2147483866" r:id="rId81"/>
    <p:sldLayoutId id="2147483867" r:id="rId82"/>
    <p:sldLayoutId id="2147483868" r:id="rId83"/>
    <p:sldLayoutId id="2147483869" r:id="rId84"/>
    <p:sldLayoutId id="2147483870" r:id="rId85"/>
    <p:sldLayoutId id="2147483871" r:id="rId86"/>
    <p:sldLayoutId id="2147483872" r:id="rId87"/>
    <p:sldLayoutId id="2147483873" r:id="rId88"/>
    <p:sldLayoutId id="2147483874" r:id="rId89"/>
    <p:sldLayoutId id="2147483875" r:id="rId90"/>
    <p:sldLayoutId id="2147483876" r:id="rId91"/>
    <p:sldLayoutId id="2147483877" r:id="rId92"/>
    <p:sldLayoutId id="2147483878" r:id="rId93"/>
    <p:sldLayoutId id="2147483879" r:id="rId94"/>
    <p:sldLayoutId id="2147483880" r:id="rId95"/>
    <p:sldLayoutId id="2147483881" r:id="rId96"/>
    <p:sldLayoutId id="2147483942" r:id="rId9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tx1"/>
          </a:solidFill>
          <a:latin typeface="Arial Black" panose="020B0A040201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Font typeface="Wingdings" pitchFamily="2" charset="2"/>
        <a:buChar char="§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Font typeface="Wingdings" pitchFamily="2" charset="2"/>
        <a:buChar char="§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Font typeface="Wingdings" pitchFamily="2" charset="2"/>
        <a:buChar char="§"/>
        <a:defRPr sz="1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Font typeface="Wingdings" pitchFamily="2" charset="2"/>
        <a:buChar char="§"/>
        <a:defRPr sz="1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64">
          <p15:clr>
            <a:srgbClr val="F26B43"/>
          </p15:clr>
        </p15:guide>
        <p15:guide id="2" pos="7214">
          <p15:clr>
            <a:srgbClr val="F26B43"/>
          </p15:clr>
        </p15:guide>
        <p15:guide id="3" orient="horz" pos="419">
          <p15:clr>
            <a:srgbClr val="F26B43"/>
          </p15:clr>
        </p15:guide>
        <p15:guide id="4" orient="horz" pos="995">
          <p15:clr>
            <a:srgbClr val="F26B43"/>
          </p15:clr>
        </p15:guide>
        <p15:guide id="5" orient="horz" pos="1141">
          <p15:clr>
            <a:srgbClr val="F26B43"/>
          </p15:clr>
        </p15:guide>
        <p15:guide id="6" orient="horz" pos="389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5" Type="http://schemas.microsoft.com/office/2007/relationships/hdphoto" Target="../media/hdphoto2.wdp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33F32-2B12-2FF9-A1C6-5D33C2159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B8A0046-1849-594B-6139-92F58D372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>
                <a:latin typeface="Arial Black"/>
                <a:cs typeface="Arial"/>
              </a:rPr>
              <a:t>Zadanie R1, 01.07.2025 – 31.12.2025</a:t>
            </a:r>
            <a:endParaRPr lang="en-US"/>
          </a:p>
        </p:txBody>
      </p:sp>
      <p:sp>
        <p:nvSpPr>
          <p:cNvPr id="3" name="Symbol zastępczy zawartości 3">
            <a:extLst>
              <a:ext uri="{FF2B5EF4-FFF2-40B4-BE49-F238E27FC236}">
                <a16:creationId xmlns:a16="http://schemas.microsoft.com/office/drawing/2014/main" id="{DA38C48D-27F1-D46A-BF14-F8448024F589}"/>
              </a:ext>
            </a:extLst>
          </p:cNvPr>
          <p:cNvSpPr txBox="1">
            <a:spLocks/>
          </p:cNvSpPr>
          <p:nvPr/>
        </p:nvSpPr>
        <p:spPr>
          <a:xfrm>
            <a:off x="1201017" y="1713970"/>
            <a:ext cx="10624046" cy="513900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Char char="§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Char char="§"/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Char char="§"/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Prototyp systemu przetwarzającego dokumenty</a:t>
            </a:r>
            <a:endParaRPr lang="en-US"/>
          </a:p>
          <a:p>
            <a:pPr marL="342900" indent="-342900">
              <a:buAutoNum type="arabicPeriod"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Architektura mikroserwisowa API (Java + Python): obsługa PDF – pojedyncze pliki i kolekcje (base64)</a:t>
            </a:r>
            <a:endParaRPr lang="pl-PL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Środowisko produkcyjne/testowe na serwerze NVIDIA H100 – skonfigurowane i działające</a:t>
            </a:r>
            <a:endParaRPr lang="pl-PL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Testy automatyczne i ręczne: ekstrakcja etykiet, anonimizacja, rozpoznawanie retencji</a:t>
            </a:r>
            <a:endParaRPr lang="pl-PL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Otymalizacja wydajności API: pożądane czasy odpowiedzi i przepustowość przy obciążeniu testowym</a:t>
            </a:r>
            <a:endParaRPr lang="pl-PL">
              <a:solidFill>
                <a:srgbClr val="00000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80000"/>
              </a:lnSpc>
              <a:buAutoNum type="arabicPeriod"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Rozpoznawanie etykiet danych wrażliwych – 61% etykiet z zadania B3</a:t>
            </a:r>
            <a:endParaRPr lang="pl-PL" sz="1800" b="1">
              <a:solidFill>
                <a:schemeClr val="bg1"/>
              </a:solidFill>
            </a:endParaRPr>
          </a:p>
          <a:p>
            <a:pPr marL="342900" indent="-342900">
              <a:lnSpc>
                <a:spcPct val="80000"/>
              </a:lnSpc>
              <a:buAutoNum type="arabicPeriod"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Anonimizacja dokumentów  100% etykiet możliwych do wydobycia (tokenizacja, haszowanie, szyfrowanie)</a:t>
            </a:r>
            <a:endParaRPr lang="pl-PL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Rozpoznawanie okresów retencji – 62 % etykiet z zadania B5</a:t>
            </a:r>
            <a:endParaRPr lang="pl-PL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pl-PL" sz="1800" b="1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KAMIEŃ MILOWY:</a:t>
            </a:r>
            <a:endParaRPr lang="pl-PL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Działający prototyp API na NVIDIA H100</a:t>
            </a:r>
            <a:endParaRPr lang="pl-PL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Testy na danych syntetycznych i rzeczywistych </a:t>
            </a:r>
            <a:endParaRPr lang="pl-PL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Niski wskaźnik false-negative i false-positive potwierdzony</a:t>
            </a:r>
            <a:endParaRPr lang="pl-PL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792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38DF7-224E-EBD1-38D5-A82824414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3731C-C933-0F40-CF92-84217B2EC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Zadanie R1, 01.07.2025 – 31.12.2025</a:t>
            </a:r>
            <a:endParaRPr lang="en-US">
              <a:solidFill>
                <a:srgbClr val="000000"/>
              </a:solidFill>
            </a:endParaRPr>
          </a:p>
          <a:p>
            <a:endParaRPr lang="en-US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5F91E55-7D92-C81D-9787-C60AB118B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6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1039" y="1122947"/>
            <a:ext cx="7004764" cy="558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D5962B-3079-A40E-E284-9F6C3004F2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15425" y="3424928"/>
            <a:ext cx="6776575" cy="16721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60164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FE41A-6281-F250-3073-5646EC5AA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A7AC0-9590-8571-A883-6E600250F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Zadanie R1, 01.07.2025 – 31.12.2025</a:t>
            </a:r>
            <a:endParaRPr lang="en-US">
              <a:solidFill>
                <a:srgbClr val="000000"/>
              </a:solidFill>
            </a:endParaRPr>
          </a:p>
          <a:p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32846D-542F-15BB-95A2-53C83925D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28" y="1637488"/>
            <a:ext cx="5845620" cy="5017852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1D1FF5-7C5C-A049-BE17-EFD3FCF67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992" y="1605063"/>
            <a:ext cx="5367145" cy="508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469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DC257-3D5D-031B-9AE8-C242E37A2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22B36FF-75D9-BFD4-2098-3D5231732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>
                <a:latin typeface="Arial Black"/>
                <a:cs typeface="Arial"/>
              </a:rPr>
              <a:t>Zadanie R2, 02.01.2026 – 30.06.2026</a:t>
            </a:r>
            <a:endParaRPr lang="en-US"/>
          </a:p>
        </p:txBody>
      </p:sp>
      <p:sp>
        <p:nvSpPr>
          <p:cNvPr id="3" name="Symbol zastępczy zawartości 3">
            <a:extLst>
              <a:ext uri="{FF2B5EF4-FFF2-40B4-BE49-F238E27FC236}">
                <a16:creationId xmlns:a16="http://schemas.microsoft.com/office/drawing/2014/main" id="{180D8F3D-F9CC-9508-2F08-9941310D5153}"/>
              </a:ext>
            </a:extLst>
          </p:cNvPr>
          <p:cNvSpPr txBox="1">
            <a:spLocks/>
          </p:cNvSpPr>
          <p:nvPr/>
        </p:nvSpPr>
        <p:spPr>
          <a:xfrm>
            <a:off x="1201017" y="1765456"/>
            <a:ext cx="9789965" cy="4582951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Char char="§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Char char="§"/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Char char="§"/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Prototyp wizualizacji rozpoznanych danych</a:t>
            </a:r>
            <a:endParaRPr lang="en-US"/>
          </a:p>
          <a:p>
            <a:pPr marL="342900" indent="-342900">
              <a:buAutoNum type="arabicPeriod"/>
            </a:pPr>
            <a:endParaRPr lang="pl-PL" sz="1800" b="1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Zaimplementowano interfejs wizualizatora dokumentów (aplikacja webowa, mikroserwisy)</a:t>
            </a:r>
            <a:endParaRPr lang="en-US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Obsługa plików PDF – wersja pojedyncza</a:t>
            </a:r>
            <a:endParaRPr lang="pl-PL"/>
          </a:p>
          <a:p>
            <a:pPr marL="342900" indent="-342900">
              <a:buAutoNum type="arabicPeriod"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Lista wykrytych danych wrażliwych z filtrowaniem po kategoriach</a:t>
            </a:r>
            <a:endParaRPr lang="pl-PL"/>
          </a:p>
          <a:p>
            <a:pPr marL="342900" indent="-342900">
              <a:buAutoNum type="arabicPeriod"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Wyszukiwanie wskazanych danych wrażliwych w dokumentach (np. PESEL)</a:t>
            </a:r>
            <a:endParaRPr lang="pl-PL"/>
          </a:p>
          <a:p>
            <a:pPr marL="342900" indent="-342900">
              <a:buAutoNum type="arabicPeriod"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Anonimizacja z wyborem algorytmu: tokenizacja, haszowanie, szyfrowanie + podgląd</a:t>
            </a:r>
            <a:endParaRPr lang="pl-PL"/>
          </a:p>
          <a:p>
            <a:pPr marL="0" indent="0">
              <a:buNone/>
            </a:pPr>
            <a:endParaRPr lang="pl-PL" sz="1800" b="1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Prowadzone prace:</a:t>
            </a:r>
            <a:endParaRPr lang="pl-PL" sz="1800" b="1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Obsługa batchowa PDF (katalogi) i API (base64) </a:t>
            </a:r>
          </a:p>
          <a:p>
            <a:pPr marL="342900" indent="-342900">
              <a:buAutoNum type="arabicPeriod"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Mechanizmy adnotacji: ramki, etykiety, komentarze, popupy (zróżnicowane kolorystycznie)</a:t>
            </a:r>
          </a:p>
          <a:p>
            <a:pPr marL="0" indent="0">
              <a:buNone/>
            </a:pPr>
            <a:endParaRPr lang="pl-PL" sz="1800" b="1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pl-PL" sz="1800" b="1">
              <a:solidFill>
                <a:schemeClr val="bg1"/>
              </a:solidFill>
              <a:latin typeface="Arial"/>
              <a:cs typeface="Arial"/>
            </a:endParaRPr>
          </a:p>
          <a:p>
            <a:pPr marL="342900" indent="-342900">
              <a:buAutoNum type="arabicPeriod"/>
            </a:pPr>
            <a:endParaRPr lang="pl-PL" sz="1800" b="1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1165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C7634-2B71-8C1B-F9F4-8276F30E4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30899-C917-ABD6-BB3A-AE2DC58D1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>
                <a:latin typeface="Arial Black"/>
              </a:rPr>
              <a:t>Zadanie R2, 02.01.2026 – 30.06.2026</a:t>
            </a:r>
            <a:endParaRPr lang="pl-PL">
              <a:solidFill>
                <a:srgbClr val="000000"/>
              </a:solidFill>
            </a:endParaRPr>
          </a:p>
          <a:p>
            <a:endParaRPr lang="pl-PL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7762691-8AA5-7A5F-DC36-9DD313040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906" y="1714500"/>
            <a:ext cx="9265188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554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AD3FC-31D2-B0A8-9B2F-901FE01EA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>
                <a:latin typeface="Arial Black"/>
              </a:rPr>
              <a:t>Zadanie R2, 02.01.2026 – 30.06.2026</a:t>
            </a:r>
            <a:endParaRPr lang="pl-PL">
              <a:solidFill>
                <a:srgbClr val="000000"/>
              </a:solidFill>
            </a:endParaRPr>
          </a:p>
          <a:p>
            <a:endParaRPr lang="pl-PL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09BBF2-B9DD-A011-0C95-0A712B219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19" y="1275549"/>
            <a:ext cx="10964884" cy="516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483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F5A7A-06D4-0103-A340-89317ED05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305C4-E78C-A4EB-49DB-4073B48FE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>
                <a:latin typeface="Arial Black"/>
              </a:rPr>
              <a:t>Zadanie R2, 02.01.2026 – 30.06.2026</a:t>
            </a:r>
            <a:endParaRPr lang="pl-PL">
              <a:solidFill>
                <a:srgbClr val="000000"/>
              </a:solidFill>
            </a:endParaRPr>
          </a:p>
          <a:p>
            <a:endParaRPr lang="pl-PL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A02E3A-1DE0-2515-1692-7B4FB1EE5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1583900"/>
            <a:ext cx="10850880" cy="454364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F466BF-99E3-D00C-A5FF-B575178BA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418" y="955040"/>
            <a:ext cx="6019964" cy="546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862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6E4C3-2412-9309-7CEB-640DDA8B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C7A639-E3F3-338A-1E1C-3F5E8E513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>
                <a:latin typeface="Arial Black"/>
                <a:cs typeface="Arial"/>
              </a:rPr>
              <a:t>Zadanie R3, 01.07.2026 – 30.06.2026</a:t>
            </a:r>
            <a:endParaRPr lang="en-US"/>
          </a:p>
        </p:txBody>
      </p:sp>
      <p:sp>
        <p:nvSpPr>
          <p:cNvPr id="3" name="Symbol zastępczy zawartości 3">
            <a:extLst>
              <a:ext uri="{FF2B5EF4-FFF2-40B4-BE49-F238E27FC236}">
                <a16:creationId xmlns:a16="http://schemas.microsoft.com/office/drawing/2014/main" id="{6DAE37A8-1534-D403-2D3D-C4852251ED8F}"/>
              </a:ext>
            </a:extLst>
          </p:cNvPr>
          <p:cNvSpPr txBox="1">
            <a:spLocks/>
          </p:cNvSpPr>
          <p:nvPr/>
        </p:nvSpPr>
        <p:spPr>
          <a:xfrm>
            <a:off x="1201017" y="1765456"/>
            <a:ext cx="9789965" cy="4582951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Char char="§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Char char="§"/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Char char="§"/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Testy prototypu w warunkach laboratoryjnych</a:t>
            </a:r>
            <a:endParaRPr lang="en-US"/>
          </a:p>
          <a:p>
            <a:pPr marL="342900" indent="-342900">
              <a:buAutoNum type="arabicPeriod"/>
            </a:pPr>
            <a:endParaRPr lang="pl-PL" sz="1800" b="1">
              <a:solidFill>
                <a:schemeClr val="bg1"/>
              </a:solidFill>
              <a:latin typeface="Arial"/>
              <a:cs typeface="Arial"/>
            </a:endParaRPr>
          </a:p>
          <a:p>
            <a:pPr marL="391795" indent="-342900">
              <a:buAutoNum type="arabicPeriod"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Testy poprawności endpointów REST (CRUD, kody HTTP)</a:t>
            </a:r>
            <a:endParaRPr lang="en-US" sz="1800" b="1">
              <a:solidFill>
                <a:schemeClr val="bg1"/>
              </a:solidFill>
              <a:latin typeface="Arial"/>
              <a:cs typeface="Arial"/>
            </a:endParaRPr>
          </a:p>
          <a:p>
            <a:pPr marL="391795" indent="-342900">
              <a:buAutoNum type="arabicPeriod"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Testy autoryzacji/uwierzytelniania (tokeny, 401/403)</a:t>
            </a:r>
          </a:p>
          <a:p>
            <a:pPr marL="391795" indent="-342900">
              <a:buAutoNum type="arabicPeriod"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Testy walidacji danych wejściowych (JSON, wymagane pola)</a:t>
            </a:r>
          </a:p>
          <a:p>
            <a:pPr marL="391795" indent="-342900">
              <a:buAutoNum type="arabicPeriod"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Testy wydajnościowe i przeciążeniowe (batch, stabilność)</a:t>
            </a:r>
          </a:p>
          <a:p>
            <a:pPr marL="391795" indent="-342900">
              <a:buAutoNum type="arabicPeriod"/>
            </a:pPr>
            <a:r>
              <a:rPr lang="pl-PL" sz="1800" b="1">
                <a:solidFill>
                  <a:schemeClr val="bg1"/>
                </a:solidFill>
                <a:latin typeface="Arial"/>
                <a:cs typeface="Arial"/>
              </a:rPr>
              <a:t>Zostały przygotowane test zapewniające zgodność z interfejsu WCAG 2.1, zapewniające dostępność do systemu dla osób z ograniczeniami</a:t>
            </a:r>
          </a:p>
          <a:p>
            <a:pPr marL="391795" indent="-342900">
              <a:buAutoNum type="arabicPeriod"/>
            </a:pPr>
            <a:endParaRPr lang="pl-PL" sz="1800" b="1">
              <a:solidFill>
                <a:schemeClr val="bg1"/>
              </a:solidFill>
              <a:latin typeface="Arial"/>
              <a:cs typeface="Arial"/>
            </a:endParaRPr>
          </a:p>
          <a:p>
            <a:pPr marL="48895" indent="0">
              <a:buNone/>
            </a:pPr>
            <a:endParaRPr lang="pl-PL" sz="1800" b="1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pl-PL" sz="1800" b="1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l-PL" sz="1800" b="1">
              <a:solidFill>
                <a:schemeClr val="bg1"/>
              </a:solidFill>
              <a:latin typeface="Arial"/>
              <a:cs typeface="Arial"/>
            </a:endParaRPr>
          </a:p>
          <a:p>
            <a:pPr marL="342900" indent="-342900">
              <a:buAutoNum type="arabicPeriod"/>
            </a:pPr>
            <a:endParaRPr lang="pl-PL" sz="1800" b="1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9636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A0670-0AD1-89C3-004C-A8C0C4AEC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E581F8F-81DD-1569-3F17-1B92310B9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>
                <a:latin typeface="Arial Black"/>
                <a:cs typeface="Arial"/>
              </a:rPr>
              <a:t>Zadanie R3, 01.07.2026 – 30.06.2026</a:t>
            </a:r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885A49-E27F-42E4-CCEE-28FE1D301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67" y="2107151"/>
            <a:ext cx="5428426" cy="4678397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2F8A8D-4EE3-C9AE-0FD8-85EB6C7BC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164" y="2108977"/>
            <a:ext cx="5717506" cy="46762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82B84C-182A-C709-6BD9-73E664F0F3B3}"/>
              </a:ext>
            </a:extLst>
          </p:cNvPr>
          <p:cNvSpPr txBox="1"/>
          <p:nvPr/>
        </p:nvSpPr>
        <p:spPr>
          <a:xfrm>
            <a:off x="754945" y="1643943"/>
            <a:ext cx="423192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Testy </a:t>
            </a:r>
            <a:r>
              <a:rPr lang="en-US" sz="2000" b="1" err="1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manualne</a:t>
            </a:r>
            <a:r>
              <a:rPr lang="en-US"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2000" b="1" err="1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kolekcje</a:t>
            </a:r>
            <a:r>
              <a:rPr lang="en-US"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 Postman)</a:t>
            </a:r>
            <a:endParaRPr lang="en-US" sz="2000" b="1">
              <a:solidFill>
                <a:schemeClr val="accent1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C3D102-7314-2BB3-CA8C-B25007F39EC7}"/>
              </a:ext>
            </a:extLst>
          </p:cNvPr>
          <p:cNvSpPr txBox="1"/>
          <p:nvPr/>
        </p:nvSpPr>
        <p:spPr>
          <a:xfrm>
            <a:off x="6477000" y="1643943"/>
            <a:ext cx="423192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Testy  </a:t>
            </a:r>
            <a:r>
              <a:rPr lang="en-US" sz="2000" b="1" err="1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automatyczne</a:t>
            </a:r>
            <a:r>
              <a:rPr lang="en-US"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2000" b="1" err="1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pytest</a:t>
            </a:r>
            <a:r>
              <a:rPr lang="en-US"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)</a:t>
            </a:r>
            <a:endParaRPr lang="en-US" sz="2000" b="1" err="1">
              <a:solidFill>
                <a:schemeClr val="accent1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743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47024-90C4-ED18-651A-FB89BE40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EF68531-4FBC-F578-BF9D-A4C78D71C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>
                <a:latin typeface="Arial Black"/>
                <a:cs typeface="Arial"/>
              </a:rPr>
              <a:t>Zadanie R3, 01.07.2026 – 30.06.2026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45C5E7-A5A6-0BF8-3024-7A1164631DEB}"/>
              </a:ext>
            </a:extLst>
          </p:cNvPr>
          <p:cNvSpPr txBox="1"/>
          <p:nvPr/>
        </p:nvSpPr>
        <p:spPr>
          <a:xfrm>
            <a:off x="310445" y="1667061"/>
            <a:ext cx="423192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Testy </a:t>
            </a:r>
            <a:r>
              <a:rPr lang="en-US" sz="2000" b="1" err="1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wydajnościowe</a:t>
            </a:r>
            <a:endParaRPr lang="en-US" sz="2000" b="1" err="1">
              <a:solidFill>
                <a:schemeClr val="accent1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14CDEFD-F89A-C5DA-3449-EB00BC26F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12" y="2067735"/>
            <a:ext cx="5676440" cy="4701500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1AB470-C568-7E32-ECFE-1225DF350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076" y="2172510"/>
            <a:ext cx="4914441" cy="415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798388"/>
      </p:ext>
    </p:extLst>
  </p:cSld>
  <p:clrMapOvr>
    <a:masterClrMapping/>
  </p:clrMapOvr>
</p:sld>
</file>

<file path=ppt/theme/theme1.xml><?xml version="1.0" encoding="utf-8"?>
<a:theme xmlns:a="http://schemas.openxmlformats.org/drawingml/2006/main" name="SZABLON ATENDE">
  <a:themeElements>
    <a:clrScheme name="Atende kolory">
      <a:dk1>
        <a:srgbClr val="000000"/>
      </a:dk1>
      <a:lt1>
        <a:srgbClr val="FFFFFF"/>
      </a:lt1>
      <a:dk2>
        <a:srgbClr val="880074"/>
      </a:dk2>
      <a:lt2>
        <a:srgbClr val="F7F7FF"/>
      </a:lt2>
      <a:accent1>
        <a:srgbClr val="D20056"/>
      </a:accent1>
      <a:accent2>
        <a:srgbClr val="440574"/>
      </a:accent2>
      <a:accent3>
        <a:srgbClr val="8BA0C8"/>
      </a:accent3>
      <a:accent4>
        <a:srgbClr val="C3C8D5"/>
      </a:accent4>
      <a:accent5>
        <a:srgbClr val="131473"/>
      </a:accent5>
      <a:accent6>
        <a:srgbClr val="222A3A"/>
      </a:accent6>
      <a:hlink>
        <a:srgbClr val="8E9CC5"/>
      </a:hlink>
      <a:folHlink>
        <a:srgbClr val="131473"/>
      </a:folHlink>
    </a:clrScheme>
    <a:fontScheme name="CZCIONKI ATENDE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l">
          <a:lnSpc>
            <a:spcPct val="120000"/>
          </a:lnSpc>
          <a:defRPr sz="1100" dirty="0">
            <a:latin typeface="+mj-lt"/>
            <a:cs typeface="Arial" charset="0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defRPr sz="2000" b="1" dirty="0" smtClean="0">
            <a:solidFill>
              <a:schemeClr val="tx2"/>
            </a:solidFill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ZORZEC SLAJDÓW ATENDE (1)" id="{4FA8020E-DFEE-424D-BCFD-AC867BDFC37C}" vid="{1C5EA6F8-EA66-4FBF-8A47-948EE724C934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8EAE12588ACA4EBEB14CC47F74D29A" ma:contentTypeVersion="4" ma:contentTypeDescription="Utwórz nowy dokument." ma:contentTypeScope="" ma:versionID="687db891318aec82244cb2862754472c">
  <xsd:schema xmlns:xsd="http://www.w3.org/2001/XMLSchema" xmlns:xs="http://www.w3.org/2001/XMLSchema" xmlns:p="http://schemas.microsoft.com/office/2006/metadata/properties" xmlns:ns2="1b0d87d3-42fa-46d8-842f-c524e351e88e" targetNamespace="http://schemas.microsoft.com/office/2006/metadata/properties" ma:root="true" ma:fieldsID="66e48a296b2c3f5bfb9f96abb5042274" ns2:_="">
    <xsd:import namespace="1b0d87d3-42fa-46d8-842f-c524e351e8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0d87d3-42fa-46d8-842f-c524e351e8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3B3BE3-395B-4A23-AEF5-E63308C738F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8496E5-050C-43AB-A573-2ADE1BAEB770}">
  <ds:schemaRefs>
    <ds:schemaRef ds:uri="1b0d87d3-42fa-46d8-842f-c524e351e88e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21605F3-FB84-4939-BAB4-0871C882679B}">
  <ds:schemaRefs>
    <ds:schemaRef ds:uri="1b0d87d3-42fa-46d8-842f-c524e351e8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328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Trebuchet MS</vt:lpstr>
      <vt:lpstr>Wingdings</vt:lpstr>
      <vt:lpstr>SZABLON ATENDE</vt:lpstr>
      <vt:lpstr>Zadanie R1, 01.07.2025 – 31.12.2025</vt:lpstr>
      <vt:lpstr>Zadanie R1, 01.07.2025 – 31.12.2025 </vt:lpstr>
      <vt:lpstr>Zadanie R1, 01.07.2025 – 31.12.2025 </vt:lpstr>
      <vt:lpstr>Zadanie R2, 02.01.2026 – 30.06.2026</vt:lpstr>
      <vt:lpstr>Zadanie R2, 02.01.2026 – 30.06.2026 </vt:lpstr>
      <vt:lpstr>Zadanie R2, 02.01.2026 – 30.06.2026 </vt:lpstr>
      <vt:lpstr>Zadanie R2, 02.01.2026 – 30.06.2026 </vt:lpstr>
      <vt:lpstr>Zadanie R3, 01.07.2026 – 30.06.2026</vt:lpstr>
      <vt:lpstr>Zadanie R3, 01.07.2026 – 30.06.2026</vt:lpstr>
      <vt:lpstr>Zadanie R3, 01.07.2026 – 30.06.2026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Grupa Atende</dc:title>
  <dc:creator>Patrycja M</dc:creator>
  <cp:lastModifiedBy>Bartosz Levy</cp:lastModifiedBy>
  <cp:revision>6</cp:revision>
  <dcterms:created xsi:type="dcterms:W3CDTF">2022-04-03T16:00:08Z</dcterms:created>
  <dcterms:modified xsi:type="dcterms:W3CDTF">2026-07-30T10:58:23Z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0x010100528EAE12588ACA4EBEB14CC47F74D29A</vt:lpwstr>
  </property>
  <property fmtid="{D5CDD505-2E9C-101B-9397-08002B2CF9AE}" pid="3" name="MediaServiceImageTags">
    <vt:lpwstr/>
  </property>
</Properties>
</file>